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4" r:id="rId4"/>
    <p:sldId id="261" r:id="rId5"/>
    <p:sldId id="259" r:id="rId6"/>
    <p:sldId id="260" r:id="rId7"/>
    <p:sldId id="262" r:id="rId8"/>
    <p:sldId id="266" r:id="rId9"/>
    <p:sldId id="267" r:id="rId10"/>
    <p:sldId id="270" r:id="rId11"/>
    <p:sldId id="282" r:id="rId12"/>
    <p:sldId id="283" r:id="rId13"/>
    <p:sldId id="281" r:id="rId14"/>
    <p:sldId id="269" r:id="rId15"/>
    <p:sldId id="271" r:id="rId16"/>
    <p:sldId id="272" r:id="rId17"/>
    <p:sldId id="279" r:id="rId18"/>
    <p:sldId id="280" r:id="rId19"/>
    <p:sldId id="275" r:id="rId20"/>
    <p:sldId id="273" r:id="rId21"/>
    <p:sldId id="274" r:id="rId22"/>
    <p:sldId id="265" r:id="rId23"/>
    <p:sldId id="278" r:id="rId2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8188"/>
    <a:srgbClr val="547179"/>
    <a:srgbClr val="41626B"/>
    <a:srgbClr val="1E4550"/>
    <a:srgbClr val="B4C1C4"/>
    <a:srgbClr val="8DA0A6"/>
    <a:srgbClr val="A0B0B5"/>
    <a:srgbClr val="1D4450"/>
    <a:srgbClr val="0E3844"/>
    <a:srgbClr val="0531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CF81E1-36D3-4F14-96A5-3A8C257DB87A}" v="21" dt="2024-08-26T14:35:47.9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>
      <p:cViewPr>
        <p:scale>
          <a:sx n="100" d="100"/>
          <a:sy n="100" d="100"/>
        </p:scale>
        <p:origin x="216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dro Henrique Souza Cavalcante" userId="a64b04a4-2090-458b-8074-61840e8d049b" providerId="ADAL" clId="{F273DC4B-40B5-4879-BDCB-8BE7078578EC}"/>
    <pc:docChg chg="undo redo custSel addSld delSld modSld sldOrd">
      <pc:chgData name="Pedro Henrique Souza Cavalcante" userId="a64b04a4-2090-458b-8074-61840e8d049b" providerId="ADAL" clId="{F273DC4B-40B5-4879-BDCB-8BE7078578EC}" dt="2024-02-23T16:45:55.224" v="2716" actId="478"/>
      <pc:docMkLst>
        <pc:docMk/>
      </pc:docMkLst>
      <pc:sldChg chg="addSp delSp modSp mod">
        <pc:chgData name="Pedro Henrique Souza Cavalcante" userId="a64b04a4-2090-458b-8074-61840e8d049b" providerId="ADAL" clId="{F273DC4B-40B5-4879-BDCB-8BE7078578EC}" dt="2024-02-23T14:31:16.894" v="2686" actId="478"/>
        <pc:sldMkLst>
          <pc:docMk/>
          <pc:sldMk cId="3484904015" sldId="256"/>
        </pc:sldMkLst>
        <pc:spChg chg="del">
          <ac:chgData name="Pedro Henrique Souza Cavalcante" userId="a64b04a4-2090-458b-8074-61840e8d049b" providerId="ADAL" clId="{F273DC4B-40B5-4879-BDCB-8BE7078578EC}" dt="2024-02-20T14:15:46.571" v="17"/>
          <ac:spMkLst>
            <pc:docMk/>
            <pc:sldMk cId="3484904015" sldId="256"/>
            <ac:spMk id="2" creationId="{3589226A-F481-6E27-E172-B3BE0636F43B}"/>
          </ac:spMkLst>
        </pc:spChg>
        <pc:spChg chg="del">
          <ac:chgData name="Pedro Henrique Souza Cavalcante" userId="a64b04a4-2090-458b-8074-61840e8d049b" providerId="ADAL" clId="{F273DC4B-40B5-4879-BDCB-8BE7078578EC}" dt="2024-02-20T14:15:46.571" v="17"/>
          <ac:spMkLst>
            <pc:docMk/>
            <pc:sldMk cId="3484904015" sldId="256"/>
            <ac:spMk id="3" creationId="{AA409C90-FFD5-1E5E-422B-447910C4CE4F}"/>
          </ac:spMkLst>
        </pc:spChg>
        <pc:spChg chg="add del mod ord">
          <ac:chgData name="Pedro Henrique Souza Cavalcante" userId="a64b04a4-2090-458b-8074-61840e8d049b" providerId="ADAL" clId="{F273DC4B-40B5-4879-BDCB-8BE7078578EC}" dt="2024-02-22T18:23:18.961" v="2181" actId="478"/>
          <ac:spMkLst>
            <pc:docMk/>
            <pc:sldMk cId="3484904015" sldId="256"/>
            <ac:spMk id="4" creationId="{E890AA6F-53B7-7B66-A150-DBF48F753B09}"/>
          </ac:spMkLst>
        </pc:spChg>
        <pc:spChg chg="add mod">
          <ac:chgData name="Pedro Henrique Souza Cavalcante" userId="a64b04a4-2090-458b-8074-61840e8d049b" providerId="ADAL" clId="{F273DC4B-40B5-4879-BDCB-8BE7078578EC}" dt="2024-02-21T13:50:02.921" v="2010" actId="14100"/>
          <ac:spMkLst>
            <pc:docMk/>
            <pc:sldMk cId="3484904015" sldId="256"/>
            <ac:spMk id="7" creationId="{6CD323E2-09D4-3AC2-EE23-E2C4C9E2BE0E}"/>
          </ac:spMkLst>
        </pc:spChg>
        <pc:spChg chg="add del mod">
          <ac:chgData name="Pedro Henrique Souza Cavalcante" userId="a64b04a4-2090-458b-8074-61840e8d049b" providerId="ADAL" clId="{F273DC4B-40B5-4879-BDCB-8BE7078578EC}" dt="2024-02-22T18:23:31.960" v="2182" actId="478"/>
          <ac:spMkLst>
            <pc:docMk/>
            <pc:sldMk cId="3484904015" sldId="256"/>
            <ac:spMk id="8" creationId="{3F926780-1EEA-CFA6-7E79-FEC272D1CE0E}"/>
          </ac:spMkLst>
        </pc:spChg>
        <pc:spChg chg="add del mod">
          <ac:chgData name="Pedro Henrique Souza Cavalcante" userId="a64b04a4-2090-458b-8074-61840e8d049b" providerId="ADAL" clId="{F273DC4B-40B5-4879-BDCB-8BE7078578EC}" dt="2024-02-20T16:32:30.465" v="44"/>
          <ac:spMkLst>
            <pc:docMk/>
            <pc:sldMk cId="3484904015" sldId="256"/>
            <ac:spMk id="9" creationId="{74581A73-2C8B-B801-9370-FBABC110B84C}"/>
          </ac:spMkLst>
        </pc:spChg>
        <pc:spChg chg="add mod">
          <ac:chgData name="Pedro Henrique Souza Cavalcante" userId="a64b04a4-2090-458b-8074-61840e8d049b" providerId="ADAL" clId="{F273DC4B-40B5-4879-BDCB-8BE7078578EC}" dt="2024-02-20T18:15:37.107" v="1179" actId="2711"/>
          <ac:spMkLst>
            <pc:docMk/>
            <pc:sldMk cId="3484904015" sldId="256"/>
            <ac:spMk id="10" creationId="{EEA5B5E4-4D3D-0F94-B537-4764C442E4B1}"/>
          </ac:spMkLst>
        </pc:spChg>
        <pc:spChg chg="add mod">
          <ac:chgData name="Pedro Henrique Souza Cavalcante" userId="a64b04a4-2090-458b-8074-61840e8d049b" providerId="ADAL" clId="{F273DC4B-40B5-4879-BDCB-8BE7078578EC}" dt="2024-02-20T17:39:33.232" v="1155" actId="404"/>
          <ac:spMkLst>
            <pc:docMk/>
            <pc:sldMk cId="3484904015" sldId="256"/>
            <ac:spMk id="11" creationId="{F73AD6A4-E75F-5A26-4700-96CAEE0A1B12}"/>
          </ac:spMkLst>
        </pc:spChg>
        <pc:spChg chg="add mod">
          <ac:chgData name="Pedro Henrique Souza Cavalcante" userId="a64b04a4-2090-458b-8074-61840e8d049b" providerId="ADAL" clId="{F273DC4B-40B5-4879-BDCB-8BE7078578EC}" dt="2024-02-21T13:50:02.921" v="2010" actId="14100"/>
          <ac:spMkLst>
            <pc:docMk/>
            <pc:sldMk cId="3484904015" sldId="256"/>
            <ac:spMk id="12" creationId="{D23273A0-98F9-244A-2013-3E19947AC45A}"/>
          </ac:spMkLst>
        </pc:spChg>
        <pc:spChg chg="add mod">
          <ac:chgData name="Pedro Henrique Souza Cavalcante" userId="a64b04a4-2090-458b-8074-61840e8d049b" providerId="ADAL" clId="{F273DC4B-40B5-4879-BDCB-8BE7078578EC}" dt="2024-02-21T13:50:02.921" v="2010" actId="14100"/>
          <ac:spMkLst>
            <pc:docMk/>
            <pc:sldMk cId="3484904015" sldId="256"/>
            <ac:spMk id="14" creationId="{C5773101-899D-3831-4E92-05EA4035A6A9}"/>
          </ac:spMkLst>
        </pc:spChg>
        <pc:spChg chg="add mod">
          <ac:chgData name="Pedro Henrique Souza Cavalcante" userId="a64b04a4-2090-458b-8074-61840e8d049b" providerId="ADAL" clId="{F273DC4B-40B5-4879-BDCB-8BE7078578EC}" dt="2024-02-21T13:50:02.921" v="2010" actId="14100"/>
          <ac:spMkLst>
            <pc:docMk/>
            <pc:sldMk cId="3484904015" sldId="256"/>
            <ac:spMk id="15" creationId="{167485C7-F7E0-9817-F6F8-7BB3702C8D11}"/>
          </ac:spMkLst>
        </pc:spChg>
        <pc:spChg chg="add del mod">
          <ac:chgData name="Pedro Henrique Souza Cavalcante" userId="a64b04a4-2090-458b-8074-61840e8d049b" providerId="ADAL" clId="{F273DC4B-40B5-4879-BDCB-8BE7078578EC}" dt="2024-02-23T14:31:16.894" v="2686" actId="478"/>
          <ac:spMkLst>
            <pc:docMk/>
            <pc:sldMk cId="3484904015" sldId="256"/>
            <ac:spMk id="16" creationId="{41A53F8A-C010-58A6-B36A-E569D9ABD86C}"/>
          </ac:spMkLst>
        </pc:spChg>
        <pc:picChg chg="add mod">
          <ac:chgData name="Pedro Henrique Souza Cavalcante" userId="a64b04a4-2090-458b-8074-61840e8d049b" providerId="ADAL" clId="{F273DC4B-40B5-4879-BDCB-8BE7078578EC}" dt="2024-02-22T18:23:57.407" v="2188" actId="1076"/>
          <ac:picMkLst>
            <pc:docMk/>
            <pc:sldMk cId="3484904015" sldId="256"/>
            <ac:picMk id="3" creationId="{9DBDE34C-D5B6-0E0C-DFFA-D2C3CFD83FC8}"/>
          </ac:picMkLst>
        </pc:picChg>
        <pc:picChg chg="add del mod modCrop">
          <ac:chgData name="Pedro Henrique Souza Cavalcante" userId="a64b04a4-2090-458b-8074-61840e8d049b" providerId="ADAL" clId="{F273DC4B-40B5-4879-BDCB-8BE7078578EC}" dt="2024-02-22T18:22:57.971" v="2174" actId="478"/>
          <ac:picMkLst>
            <pc:docMk/>
            <pc:sldMk cId="3484904015" sldId="256"/>
            <ac:picMk id="6" creationId="{42C6AE57-9967-327C-4E93-00B1C0B8A87E}"/>
          </ac:picMkLst>
        </pc:picChg>
        <pc:cxnChg chg="add del mod">
          <ac:chgData name="Pedro Henrique Souza Cavalcante" userId="a64b04a4-2090-458b-8074-61840e8d049b" providerId="ADAL" clId="{F273DC4B-40B5-4879-BDCB-8BE7078578EC}" dt="2024-02-22T18:22:58.927" v="2175" actId="478"/>
          <ac:cxnSpMkLst>
            <pc:docMk/>
            <pc:sldMk cId="3484904015" sldId="256"/>
            <ac:cxnSpMk id="13" creationId="{9FFCAD46-1D22-866F-793E-50417A5F8BCC}"/>
          </ac:cxnSpMkLst>
        </pc:cxnChg>
      </pc:sldChg>
      <pc:sldChg chg="addSp delSp modSp new del mod">
        <pc:chgData name="Pedro Henrique Souza Cavalcante" userId="a64b04a4-2090-458b-8074-61840e8d049b" providerId="ADAL" clId="{F273DC4B-40B5-4879-BDCB-8BE7078578EC}" dt="2024-02-21T13:25:12.911" v="1999" actId="47"/>
        <pc:sldMkLst>
          <pc:docMk/>
          <pc:sldMk cId="2351126400" sldId="257"/>
        </pc:sldMkLst>
        <pc:spChg chg="del">
          <ac:chgData name="Pedro Henrique Souza Cavalcante" userId="a64b04a4-2090-458b-8074-61840e8d049b" providerId="ADAL" clId="{F273DC4B-40B5-4879-BDCB-8BE7078578EC}" dt="2024-02-20T18:13:45.151" v="1177" actId="478"/>
          <ac:spMkLst>
            <pc:docMk/>
            <pc:sldMk cId="2351126400" sldId="257"/>
            <ac:spMk id="2" creationId="{45742814-EC41-7CFA-EF44-85961569C149}"/>
          </ac:spMkLst>
        </pc:spChg>
        <pc:spChg chg="del">
          <ac:chgData name="Pedro Henrique Souza Cavalcante" userId="a64b04a4-2090-458b-8074-61840e8d049b" providerId="ADAL" clId="{F273DC4B-40B5-4879-BDCB-8BE7078578EC}" dt="2024-02-20T18:13:40.665" v="1176" actId="478"/>
          <ac:spMkLst>
            <pc:docMk/>
            <pc:sldMk cId="2351126400" sldId="257"/>
            <ac:spMk id="3" creationId="{9588FD5C-7E6A-3989-06E7-A0D0C5B2134F}"/>
          </ac:spMkLst>
        </pc:spChg>
        <pc:spChg chg="add del mod">
          <ac:chgData name="Pedro Henrique Souza Cavalcante" userId="a64b04a4-2090-458b-8074-61840e8d049b" providerId="ADAL" clId="{F273DC4B-40B5-4879-BDCB-8BE7078578EC}" dt="2024-02-21T13:18:15.030" v="1920" actId="478"/>
          <ac:spMkLst>
            <pc:docMk/>
            <pc:sldMk cId="2351126400" sldId="257"/>
            <ac:spMk id="4" creationId="{242212EB-3B52-8CDC-26CC-F01C14AD4310}"/>
          </ac:spMkLst>
        </pc:spChg>
        <pc:spChg chg="add mod">
          <ac:chgData name="Pedro Henrique Souza Cavalcante" userId="a64b04a4-2090-458b-8074-61840e8d049b" providerId="ADAL" clId="{F273DC4B-40B5-4879-BDCB-8BE7078578EC}" dt="2024-02-21T13:15:03.693" v="1890" actId="14100"/>
          <ac:spMkLst>
            <pc:docMk/>
            <pc:sldMk cId="2351126400" sldId="257"/>
            <ac:spMk id="5" creationId="{8A13CD85-6CBE-AFAE-1896-37FFACCC4620}"/>
          </ac:spMkLst>
        </pc:spChg>
        <pc:spChg chg="add mod">
          <ac:chgData name="Pedro Henrique Souza Cavalcante" userId="a64b04a4-2090-458b-8074-61840e8d049b" providerId="ADAL" clId="{F273DC4B-40B5-4879-BDCB-8BE7078578EC}" dt="2024-02-20T19:26:53.600" v="1847" actId="1076"/>
          <ac:spMkLst>
            <pc:docMk/>
            <pc:sldMk cId="2351126400" sldId="257"/>
            <ac:spMk id="6" creationId="{F7D21727-F98F-F224-9DCD-2C0188491708}"/>
          </ac:spMkLst>
        </pc:spChg>
        <pc:spChg chg="add mod">
          <ac:chgData name="Pedro Henrique Souza Cavalcante" userId="a64b04a4-2090-458b-8074-61840e8d049b" providerId="ADAL" clId="{F273DC4B-40B5-4879-BDCB-8BE7078578EC}" dt="2024-02-20T19:27:16.513" v="1851" actId="14100"/>
          <ac:spMkLst>
            <pc:docMk/>
            <pc:sldMk cId="2351126400" sldId="257"/>
            <ac:spMk id="7" creationId="{C7983B91-433A-C256-C335-77D668F88B02}"/>
          </ac:spMkLst>
        </pc:spChg>
        <pc:spChg chg="add del mod">
          <ac:chgData name="Pedro Henrique Souza Cavalcante" userId="a64b04a4-2090-458b-8074-61840e8d049b" providerId="ADAL" clId="{F273DC4B-40B5-4879-BDCB-8BE7078578EC}" dt="2024-02-20T18:46:03.466" v="1475" actId="478"/>
          <ac:spMkLst>
            <pc:docMk/>
            <pc:sldMk cId="2351126400" sldId="257"/>
            <ac:spMk id="8" creationId="{712EE966-F141-4A28-055B-0AD8DA21681D}"/>
          </ac:spMkLst>
        </pc:spChg>
        <pc:spChg chg="add mod">
          <ac:chgData name="Pedro Henrique Souza Cavalcante" userId="a64b04a4-2090-458b-8074-61840e8d049b" providerId="ADAL" clId="{F273DC4B-40B5-4879-BDCB-8BE7078578EC}" dt="2024-02-20T19:27:14.169" v="1850" actId="14100"/>
          <ac:spMkLst>
            <pc:docMk/>
            <pc:sldMk cId="2351126400" sldId="257"/>
            <ac:spMk id="9" creationId="{C08662CA-7479-454F-5818-88A6C7922567}"/>
          </ac:spMkLst>
        </pc:spChg>
        <pc:spChg chg="add mod">
          <ac:chgData name="Pedro Henrique Souza Cavalcante" userId="a64b04a4-2090-458b-8074-61840e8d049b" providerId="ADAL" clId="{F273DC4B-40B5-4879-BDCB-8BE7078578EC}" dt="2024-02-21T12:58:08.187" v="1882" actId="14100"/>
          <ac:spMkLst>
            <pc:docMk/>
            <pc:sldMk cId="2351126400" sldId="257"/>
            <ac:spMk id="10" creationId="{94CCC01C-46F3-6D6A-21F4-4150E4BB4976}"/>
          </ac:spMkLst>
        </pc:spChg>
        <pc:spChg chg="add mod">
          <ac:chgData name="Pedro Henrique Souza Cavalcante" userId="a64b04a4-2090-458b-8074-61840e8d049b" providerId="ADAL" clId="{F273DC4B-40B5-4879-BDCB-8BE7078578EC}" dt="2024-02-20T19:27:42.290" v="1853" actId="14100"/>
          <ac:spMkLst>
            <pc:docMk/>
            <pc:sldMk cId="2351126400" sldId="257"/>
            <ac:spMk id="11" creationId="{55CE61E8-4135-B99D-EC50-CD2BBC1013EA}"/>
          </ac:spMkLst>
        </pc:spChg>
        <pc:spChg chg="add mod">
          <ac:chgData name="Pedro Henrique Souza Cavalcante" userId="a64b04a4-2090-458b-8074-61840e8d049b" providerId="ADAL" clId="{F273DC4B-40B5-4879-BDCB-8BE7078578EC}" dt="2024-02-20T19:27:39.514" v="1852" actId="14100"/>
          <ac:spMkLst>
            <pc:docMk/>
            <pc:sldMk cId="2351126400" sldId="257"/>
            <ac:spMk id="12" creationId="{506143FB-2C85-C3D1-52BC-00F1E7692828}"/>
          </ac:spMkLst>
        </pc:spChg>
        <pc:spChg chg="add del">
          <ac:chgData name="Pedro Henrique Souza Cavalcante" userId="a64b04a4-2090-458b-8074-61840e8d049b" providerId="ADAL" clId="{F273DC4B-40B5-4879-BDCB-8BE7078578EC}" dt="2024-02-20T18:55:20.315" v="1836" actId="11529"/>
          <ac:spMkLst>
            <pc:docMk/>
            <pc:sldMk cId="2351126400" sldId="257"/>
            <ac:spMk id="13" creationId="{DAEB86F2-6CF1-0BC9-B1B3-6D8C33AB0AA6}"/>
          </ac:spMkLst>
        </pc:spChg>
        <pc:spChg chg="add del mod">
          <ac:chgData name="Pedro Henrique Souza Cavalcante" userId="a64b04a4-2090-458b-8074-61840e8d049b" providerId="ADAL" clId="{F273DC4B-40B5-4879-BDCB-8BE7078578EC}" dt="2024-02-21T13:16:55.441" v="1904" actId="478"/>
          <ac:spMkLst>
            <pc:docMk/>
            <pc:sldMk cId="2351126400" sldId="257"/>
            <ac:spMk id="15" creationId="{912F68F3-D9D1-05ED-FA11-72E13C8E3898}"/>
          </ac:spMkLst>
        </pc:spChg>
        <pc:spChg chg="add mod">
          <ac:chgData name="Pedro Henrique Souza Cavalcante" userId="a64b04a4-2090-458b-8074-61840e8d049b" providerId="ADAL" clId="{F273DC4B-40B5-4879-BDCB-8BE7078578EC}" dt="2024-02-21T13:18:56.198" v="1923" actId="14100"/>
          <ac:spMkLst>
            <pc:docMk/>
            <pc:sldMk cId="2351126400" sldId="257"/>
            <ac:spMk id="16" creationId="{2C790555-6C23-5F6D-29F0-952726A8FE9A}"/>
          </ac:spMkLst>
        </pc:spChg>
        <pc:picChg chg="add mod">
          <ac:chgData name="Pedro Henrique Souza Cavalcante" userId="a64b04a4-2090-458b-8074-61840e8d049b" providerId="ADAL" clId="{F273DC4B-40B5-4879-BDCB-8BE7078578EC}" dt="2024-02-21T13:16:25.752" v="1898" actId="1076"/>
          <ac:picMkLst>
            <pc:docMk/>
            <pc:sldMk cId="2351126400" sldId="257"/>
            <ac:picMk id="14" creationId="{C0FB53FA-05F2-B268-EAC8-B78EE6111CF7}"/>
          </ac:picMkLst>
        </pc:picChg>
      </pc:sldChg>
      <pc:sldChg chg="addSp delSp modSp new mod ord">
        <pc:chgData name="Pedro Henrique Souza Cavalcante" userId="a64b04a4-2090-458b-8074-61840e8d049b" providerId="ADAL" clId="{F273DC4B-40B5-4879-BDCB-8BE7078578EC}" dt="2024-02-22T19:09:32.326" v="2207"/>
        <pc:sldMkLst>
          <pc:docMk/>
          <pc:sldMk cId="4229977551" sldId="258"/>
        </pc:sldMkLst>
        <pc:spChg chg="del">
          <ac:chgData name="Pedro Henrique Souza Cavalcante" userId="a64b04a4-2090-458b-8074-61840e8d049b" providerId="ADAL" clId="{F273DC4B-40B5-4879-BDCB-8BE7078578EC}" dt="2024-02-20T18:36:27.687" v="1199" actId="478"/>
          <ac:spMkLst>
            <pc:docMk/>
            <pc:sldMk cId="4229977551" sldId="258"/>
            <ac:spMk id="2" creationId="{2742B9E3-C071-9C49-2D80-6B5AB2215680}"/>
          </ac:spMkLst>
        </pc:spChg>
        <pc:spChg chg="del">
          <ac:chgData name="Pedro Henrique Souza Cavalcante" userId="a64b04a4-2090-458b-8074-61840e8d049b" providerId="ADAL" clId="{F273DC4B-40B5-4879-BDCB-8BE7078578EC}" dt="2024-02-20T18:36:27.687" v="1199" actId="478"/>
          <ac:spMkLst>
            <pc:docMk/>
            <pc:sldMk cId="4229977551" sldId="258"/>
            <ac:spMk id="3" creationId="{838B2DB1-7803-A551-EF57-AC6ABBEF3DA4}"/>
          </ac:spMkLst>
        </pc:spChg>
        <pc:spChg chg="add del mod">
          <ac:chgData name="Pedro Henrique Souza Cavalcante" userId="a64b04a4-2090-458b-8074-61840e8d049b" providerId="ADAL" clId="{F273DC4B-40B5-4879-BDCB-8BE7078578EC}" dt="2024-02-20T18:39:47.560" v="1239" actId="478"/>
          <ac:spMkLst>
            <pc:docMk/>
            <pc:sldMk cId="4229977551" sldId="258"/>
            <ac:spMk id="4" creationId="{B92CDF86-BDC2-174E-6690-1831F386C921}"/>
          </ac:spMkLst>
        </pc:spChg>
        <pc:spChg chg="add del mod">
          <ac:chgData name="Pedro Henrique Souza Cavalcante" userId="a64b04a4-2090-458b-8074-61840e8d049b" providerId="ADAL" clId="{F273DC4B-40B5-4879-BDCB-8BE7078578EC}" dt="2024-02-20T18:38:28.969" v="1218" actId="478"/>
          <ac:spMkLst>
            <pc:docMk/>
            <pc:sldMk cId="4229977551" sldId="258"/>
            <ac:spMk id="5" creationId="{2B5A5C17-0FE7-4693-E44B-CC76B7DED66C}"/>
          </ac:spMkLst>
        </pc:spChg>
        <pc:spChg chg="add del mod">
          <ac:chgData name="Pedro Henrique Souza Cavalcante" userId="a64b04a4-2090-458b-8074-61840e8d049b" providerId="ADAL" clId="{F273DC4B-40B5-4879-BDCB-8BE7078578EC}" dt="2024-02-20T18:38:46.489" v="1224" actId="478"/>
          <ac:spMkLst>
            <pc:docMk/>
            <pc:sldMk cId="4229977551" sldId="258"/>
            <ac:spMk id="6" creationId="{C7DD498E-419C-20AE-805E-7B2FA3C9FD3B}"/>
          </ac:spMkLst>
        </pc:spChg>
        <pc:spChg chg="add del mod">
          <ac:chgData name="Pedro Henrique Souza Cavalcante" userId="a64b04a4-2090-458b-8074-61840e8d049b" providerId="ADAL" clId="{F273DC4B-40B5-4879-BDCB-8BE7078578EC}" dt="2024-02-20T18:40:28.376" v="1405" actId="478"/>
          <ac:spMkLst>
            <pc:docMk/>
            <pc:sldMk cId="4229977551" sldId="258"/>
            <ac:spMk id="7" creationId="{34B56E80-EF25-68A2-58B9-08AA2EB2EA48}"/>
          </ac:spMkLst>
        </pc:spChg>
        <pc:spChg chg="add mod">
          <ac:chgData name="Pedro Henrique Souza Cavalcante" userId="a64b04a4-2090-458b-8074-61840e8d049b" providerId="ADAL" clId="{F273DC4B-40B5-4879-BDCB-8BE7078578EC}" dt="2024-02-21T13:24:59.953" v="1998" actId="208"/>
          <ac:spMkLst>
            <pc:docMk/>
            <pc:sldMk cId="4229977551" sldId="258"/>
            <ac:spMk id="8" creationId="{D9C196B3-82B5-D0DA-D4CD-9FD4E12D617C}"/>
          </ac:spMkLst>
        </pc:spChg>
        <pc:spChg chg="add mod">
          <ac:chgData name="Pedro Henrique Souza Cavalcante" userId="a64b04a4-2090-458b-8074-61840e8d049b" providerId="ADAL" clId="{F273DC4B-40B5-4879-BDCB-8BE7078578EC}" dt="2024-02-21T13:14:46.046" v="1888" actId="14100"/>
          <ac:spMkLst>
            <pc:docMk/>
            <pc:sldMk cId="4229977551" sldId="258"/>
            <ac:spMk id="9" creationId="{0895B2D0-5DE7-668E-1104-088DBFC07F50}"/>
          </ac:spMkLst>
        </pc:spChg>
        <pc:spChg chg="add mod">
          <ac:chgData name="Pedro Henrique Souza Cavalcante" userId="a64b04a4-2090-458b-8074-61840e8d049b" providerId="ADAL" clId="{F273DC4B-40B5-4879-BDCB-8BE7078578EC}" dt="2024-02-21T13:14:57.965" v="1889" actId="14100"/>
          <ac:spMkLst>
            <pc:docMk/>
            <pc:sldMk cId="4229977551" sldId="258"/>
            <ac:spMk id="10" creationId="{CC074ECC-54D7-BF7A-0401-5E1D27EFE3B4}"/>
          </ac:spMkLst>
        </pc:spChg>
        <pc:spChg chg="add mod">
          <ac:chgData name="Pedro Henrique Souza Cavalcante" userId="a64b04a4-2090-458b-8074-61840e8d049b" providerId="ADAL" clId="{F273DC4B-40B5-4879-BDCB-8BE7078578EC}" dt="2024-02-21T13:24:29.969" v="1994" actId="2085"/>
          <ac:spMkLst>
            <pc:docMk/>
            <pc:sldMk cId="4229977551" sldId="258"/>
            <ac:spMk id="11" creationId="{0A365BC8-96F1-6DE3-E44A-FADB371C31EC}"/>
          </ac:spMkLst>
        </pc:spChg>
        <pc:spChg chg="add mod">
          <ac:chgData name="Pedro Henrique Souza Cavalcante" userId="a64b04a4-2090-458b-8074-61840e8d049b" providerId="ADAL" clId="{F273DC4B-40B5-4879-BDCB-8BE7078578EC}" dt="2024-02-21T13:24:35.119" v="1996" actId="2085"/>
          <ac:spMkLst>
            <pc:docMk/>
            <pc:sldMk cId="4229977551" sldId="258"/>
            <ac:spMk id="12" creationId="{F920EB5C-6CE3-C5F7-016B-06EB2E120397}"/>
          </ac:spMkLst>
        </pc:spChg>
        <pc:spChg chg="add mod">
          <ac:chgData name="Pedro Henrique Souza Cavalcante" userId="a64b04a4-2090-458b-8074-61840e8d049b" providerId="ADAL" clId="{F273DC4B-40B5-4879-BDCB-8BE7078578EC}" dt="2024-02-21T13:24:31.607" v="1995" actId="2085"/>
          <ac:spMkLst>
            <pc:docMk/>
            <pc:sldMk cId="4229977551" sldId="258"/>
            <ac:spMk id="13" creationId="{098A9628-48F1-6C96-F073-D3C3331C2B19}"/>
          </ac:spMkLst>
        </pc:spChg>
        <pc:spChg chg="add mod">
          <ac:chgData name="Pedro Henrique Souza Cavalcante" userId="a64b04a4-2090-458b-8074-61840e8d049b" providerId="ADAL" clId="{F273DC4B-40B5-4879-BDCB-8BE7078578EC}" dt="2024-02-21T13:24:36.895" v="1997" actId="2085"/>
          <ac:spMkLst>
            <pc:docMk/>
            <pc:sldMk cId="4229977551" sldId="258"/>
            <ac:spMk id="14" creationId="{AED0121F-197F-0D28-31AB-BB22E7E32318}"/>
          </ac:spMkLst>
        </pc:spChg>
        <pc:spChg chg="add mod">
          <ac:chgData name="Pedro Henrique Souza Cavalcante" userId="a64b04a4-2090-458b-8074-61840e8d049b" providerId="ADAL" clId="{F273DC4B-40B5-4879-BDCB-8BE7078578EC}" dt="2024-02-21T13:13:38.366" v="1887"/>
          <ac:spMkLst>
            <pc:docMk/>
            <pc:sldMk cId="4229977551" sldId="258"/>
            <ac:spMk id="15" creationId="{ED34C45B-CEE4-4ECC-999C-11F855EEDBBE}"/>
          </ac:spMkLst>
        </pc:spChg>
        <pc:spChg chg="add mod">
          <ac:chgData name="Pedro Henrique Souza Cavalcante" userId="a64b04a4-2090-458b-8074-61840e8d049b" providerId="ADAL" clId="{F273DC4B-40B5-4879-BDCB-8BE7078578EC}" dt="2024-02-21T13:13:38.366" v="1887"/>
          <ac:spMkLst>
            <pc:docMk/>
            <pc:sldMk cId="4229977551" sldId="258"/>
            <ac:spMk id="16" creationId="{0204A65F-B756-1088-B3B7-DAD9E739F627}"/>
          </ac:spMkLst>
        </pc:spChg>
        <pc:picChg chg="add del mod">
          <ac:chgData name="Pedro Henrique Souza Cavalcante" userId="a64b04a4-2090-458b-8074-61840e8d049b" providerId="ADAL" clId="{F273DC4B-40B5-4879-BDCB-8BE7078578EC}" dt="2024-02-22T18:24:10.655" v="2191" actId="478"/>
          <ac:picMkLst>
            <pc:docMk/>
            <pc:sldMk cId="4229977551" sldId="258"/>
            <ac:picMk id="17" creationId="{9098A8B4-D099-7352-734C-F95E78BC4538}"/>
          </ac:picMkLst>
        </pc:picChg>
        <pc:picChg chg="add del mod">
          <ac:chgData name="Pedro Henrique Souza Cavalcante" userId="a64b04a4-2090-458b-8074-61840e8d049b" providerId="ADAL" clId="{F273DC4B-40B5-4879-BDCB-8BE7078578EC}" dt="2024-02-22T19:09:31.233" v="2206" actId="478"/>
          <ac:picMkLst>
            <pc:docMk/>
            <pc:sldMk cId="4229977551" sldId="258"/>
            <ac:picMk id="18" creationId="{8F9C417E-BCF2-D48E-A775-EA346E020D30}"/>
          </ac:picMkLst>
        </pc:picChg>
        <pc:picChg chg="add mod">
          <ac:chgData name="Pedro Henrique Souza Cavalcante" userId="a64b04a4-2090-458b-8074-61840e8d049b" providerId="ADAL" clId="{F273DC4B-40B5-4879-BDCB-8BE7078578EC}" dt="2024-02-22T19:09:32.326" v="2207"/>
          <ac:picMkLst>
            <pc:docMk/>
            <pc:sldMk cId="4229977551" sldId="258"/>
            <ac:picMk id="19" creationId="{08467BC7-62C1-5990-707F-7445523CCFF0}"/>
          </ac:picMkLst>
        </pc:picChg>
      </pc:sldChg>
      <pc:sldChg chg="addSp delSp modSp new mod ord">
        <pc:chgData name="Pedro Henrique Souza Cavalcante" userId="a64b04a4-2090-458b-8074-61840e8d049b" providerId="ADAL" clId="{F273DC4B-40B5-4879-BDCB-8BE7078578EC}" dt="2024-02-23T11:46:08.093" v="2601" actId="14100"/>
        <pc:sldMkLst>
          <pc:docMk/>
          <pc:sldMk cId="4230809975" sldId="259"/>
        </pc:sldMkLst>
        <pc:spChg chg="del">
          <ac:chgData name="Pedro Henrique Souza Cavalcante" userId="a64b04a4-2090-458b-8074-61840e8d049b" providerId="ADAL" clId="{F273DC4B-40B5-4879-BDCB-8BE7078578EC}" dt="2024-02-21T13:43:54.911" v="2001" actId="478"/>
          <ac:spMkLst>
            <pc:docMk/>
            <pc:sldMk cId="4230809975" sldId="259"/>
            <ac:spMk id="2" creationId="{FE328808-B5DC-F3D3-C987-5A8EA0255D8A}"/>
          </ac:spMkLst>
        </pc:spChg>
        <pc:spChg chg="del">
          <ac:chgData name="Pedro Henrique Souza Cavalcante" userId="a64b04a4-2090-458b-8074-61840e8d049b" providerId="ADAL" clId="{F273DC4B-40B5-4879-BDCB-8BE7078578EC}" dt="2024-02-21T13:43:54.911" v="2001" actId="478"/>
          <ac:spMkLst>
            <pc:docMk/>
            <pc:sldMk cId="4230809975" sldId="259"/>
            <ac:spMk id="3" creationId="{6E814398-80C0-A65E-1D7F-D6952AB141CA}"/>
          </ac:spMkLst>
        </pc:spChg>
        <pc:spChg chg="add mod">
          <ac:chgData name="Pedro Henrique Souza Cavalcante" userId="a64b04a4-2090-458b-8074-61840e8d049b" providerId="ADAL" clId="{F273DC4B-40B5-4879-BDCB-8BE7078578EC}" dt="2024-02-23T11:39:19.129" v="2581" actId="207"/>
          <ac:spMkLst>
            <pc:docMk/>
            <pc:sldMk cId="4230809975" sldId="259"/>
            <ac:spMk id="4" creationId="{EAA44003-256E-14E3-BA66-C4A236578140}"/>
          </ac:spMkLst>
        </pc:spChg>
        <pc:spChg chg="add mod">
          <ac:chgData name="Pedro Henrique Souza Cavalcante" userId="a64b04a4-2090-458b-8074-61840e8d049b" providerId="ADAL" clId="{F273DC4B-40B5-4879-BDCB-8BE7078578EC}" dt="2024-02-23T11:26:37.353" v="2209" actId="207"/>
          <ac:spMkLst>
            <pc:docMk/>
            <pc:sldMk cId="4230809975" sldId="259"/>
            <ac:spMk id="5" creationId="{26CD6C99-AB4C-777E-8715-99AAEA09E0FF}"/>
          </ac:spMkLst>
        </pc:spChg>
        <pc:spChg chg="add mod">
          <ac:chgData name="Pedro Henrique Souza Cavalcante" userId="a64b04a4-2090-458b-8074-61840e8d049b" providerId="ADAL" clId="{F273DC4B-40B5-4879-BDCB-8BE7078578EC}" dt="2024-02-23T11:26:27.609" v="2208" actId="207"/>
          <ac:spMkLst>
            <pc:docMk/>
            <pc:sldMk cId="4230809975" sldId="259"/>
            <ac:spMk id="6" creationId="{25F381D1-8BAF-37EA-1377-46DD608B9BD4}"/>
          </ac:spMkLst>
        </pc:spChg>
        <pc:spChg chg="add del mod">
          <ac:chgData name="Pedro Henrique Souza Cavalcante" userId="a64b04a4-2090-458b-8074-61840e8d049b" providerId="ADAL" clId="{F273DC4B-40B5-4879-BDCB-8BE7078578EC}" dt="2024-02-21T14:01:14.619" v="2075" actId="478"/>
          <ac:spMkLst>
            <pc:docMk/>
            <pc:sldMk cId="4230809975" sldId="259"/>
            <ac:spMk id="7" creationId="{45D56821-4EA3-C54E-BDB6-F54BC4D519FB}"/>
          </ac:spMkLst>
        </pc:spChg>
        <pc:spChg chg="add del mod">
          <ac:chgData name="Pedro Henrique Souza Cavalcante" userId="a64b04a4-2090-458b-8074-61840e8d049b" providerId="ADAL" clId="{F273DC4B-40B5-4879-BDCB-8BE7078578EC}" dt="2024-02-23T11:44:28.366" v="2586" actId="478"/>
          <ac:spMkLst>
            <pc:docMk/>
            <pc:sldMk cId="4230809975" sldId="259"/>
            <ac:spMk id="8" creationId="{F3827F7C-6199-6BD2-ACE9-A4B6418978DC}"/>
          </ac:spMkLst>
        </pc:spChg>
        <pc:spChg chg="add del mod">
          <ac:chgData name="Pedro Henrique Souza Cavalcante" userId="a64b04a4-2090-458b-8074-61840e8d049b" providerId="ADAL" clId="{F273DC4B-40B5-4879-BDCB-8BE7078578EC}" dt="2024-02-21T14:08:23.083" v="2127" actId="478"/>
          <ac:spMkLst>
            <pc:docMk/>
            <pc:sldMk cId="4230809975" sldId="259"/>
            <ac:spMk id="9" creationId="{5F1446D6-EFA4-4C49-53EC-89FDFDD6ECE1}"/>
          </ac:spMkLst>
        </pc:spChg>
        <pc:spChg chg="add del mod">
          <ac:chgData name="Pedro Henrique Souza Cavalcante" userId="a64b04a4-2090-458b-8074-61840e8d049b" providerId="ADAL" clId="{F273DC4B-40B5-4879-BDCB-8BE7078578EC}" dt="2024-02-23T11:34:27.145" v="2578" actId="478"/>
          <ac:spMkLst>
            <pc:docMk/>
            <pc:sldMk cId="4230809975" sldId="259"/>
            <ac:spMk id="10" creationId="{EC909D52-2EBC-79EC-309A-9F5D45481405}"/>
          </ac:spMkLst>
        </pc:spChg>
        <pc:spChg chg="add del mod">
          <ac:chgData name="Pedro Henrique Souza Cavalcante" userId="a64b04a4-2090-458b-8074-61840e8d049b" providerId="ADAL" clId="{F273DC4B-40B5-4879-BDCB-8BE7078578EC}" dt="2024-02-21T14:00:15.643" v="2068" actId="478"/>
          <ac:spMkLst>
            <pc:docMk/>
            <pc:sldMk cId="4230809975" sldId="259"/>
            <ac:spMk id="11" creationId="{B144D649-DCCC-0CDB-93BC-9CB74A2E03E1}"/>
          </ac:spMkLst>
        </pc:spChg>
        <pc:spChg chg="add mod">
          <ac:chgData name="Pedro Henrique Souza Cavalcante" userId="a64b04a4-2090-458b-8074-61840e8d049b" providerId="ADAL" clId="{F273DC4B-40B5-4879-BDCB-8BE7078578EC}" dt="2024-02-23T11:26:59.732" v="2210" actId="207"/>
          <ac:spMkLst>
            <pc:docMk/>
            <pc:sldMk cId="4230809975" sldId="259"/>
            <ac:spMk id="12" creationId="{C89E1052-243A-7126-0B07-1A841CA89336}"/>
          </ac:spMkLst>
        </pc:spChg>
        <pc:spChg chg="add mod">
          <ac:chgData name="Pedro Henrique Souza Cavalcante" userId="a64b04a4-2090-458b-8074-61840e8d049b" providerId="ADAL" clId="{F273DC4B-40B5-4879-BDCB-8BE7078578EC}" dt="2024-02-23T11:27:04.564" v="2211" actId="207"/>
          <ac:spMkLst>
            <pc:docMk/>
            <pc:sldMk cId="4230809975" sldId="259"/>
            <ac:spMk id="14" creationId="{0EBF21D7-B524-DF25-B4DA-D99BFBA07BB7}"/>
          </ac:spMkLst>
        </pc:spChg>
        <pc:spChg chg="add mod">
          <ac:chgData name="Pedro Henrique Souza Cavalcante" userId="a64b04a4-2090-458b-8074-61840e8d049b" providerId="ADAL" clId="{F273DC4B-40B5-4879-BDCB-8BE7078578EC}" dt="2024-02-23T11:27:07.881" v="2212" actId="207"/>
          <ac:spMkLst>
            <pc:docMk/>
            <pc:sldMk cId="4230809975" sldId="259"/>
            <ac:spMk id="15" creationId="{271977E4-E254-32A7-306C-7D18613C1C48}"/>
          </ac:spMkLst>
        </pc:spChg>
        <pc:spChg chg="add mod">
          <ac:chgData name="Pedro Henrique Souza Cavalcante" userId="a64b04a4-2090-458b-8074-61840e8d049b" providerId="ADAL" clId="{F273DC4B-40B5-4879-BDCB-8BE7078578EC}" dt="2024-02-23T11:32:32.957" v="2575" actId="207"/>
          <ac:spMkLst>
            <pc:docMk/>
            <pc:sldMk cId="4230809975" sldId="259"/>
            <ac:spMk id="16" creationId="{3B004EDE-BF22-78EA-3DBA-05E8502661AA}"/>
          </ac:spMkLst>
        </pc:spChg>
        <pc:spChg chg="add del mod">
          <ac:chgData name="Pedro Henrique Souza Cavalcante" userId="a64b04a4-2090-458b-8074-61840e8d049b" providerId="ADAL" clId="{F273DC4B-40B5-4879-BDCB-8BE7078578EC}" dt="2024-02-21T14:05:04.622" v="2101" actId="11529"/>
          <ac:spMkLst>
            <pc:docMk/>
            <pc:sldMk cId="4230809975" sldId="259"/>
            <ac:spMk id="17" creationId="{12366058-8E21-420A-333B-EBE663E3F859}"/>
          </ac:spMkLst>
        </pc:spChg>
        <pc:spChg chg="add del mod">
          <ac:chgData name="Pedro Henrique Souza Cavalcante" userId="a64b04a4-2090-458b-8074-61840e8d049b" providerId="ADAL" clId="{F273DC4B-40B5-4879-BDCB-8BE7078578EC}" dt="2024-02-23T11:45:29.070" v="2596" actId="478"/>
          <ac:spMkLst>
            <pc:docMk/>
            <pc:sldMk cId="4230809975" sldId="259"/>
            <ac:spMk id="18" creationId="{D01873BF-976D-02B8-FA80-5AEAFD84D0C3}"/>
          </ac:spMkLst>
        </pc:spChg>
        <pc:spChg chg="add del mod">
          <ac:chgData name="Pedro Henrique Souza Cavalcante" userId="a64b04a4-2090-458b-8074-61840e8d049b" providerId="ADAL" clId="{F273DC4B-40B5-4879-BDCB-8BE7078578EC}" dt="2024-02-21T14:11:16.859" v="2153" actId="478"/>
          <ac:spMkLst>
            <pc:docMk/>
            <pc:sldMk cId="4230809975" sldId="259"/>
            <ac:spMk id="19" creationId="{ABA7332E-0B64-4E8D-1402-AD4C093A639A}"/>
          </ac:spMkLst>
        </pc:spChg>
        <pc:spChg chg="add del mod">
          <ac:chgData name="Pedro Henrique Souza Cavalcante" userId="a64b04a4-2090-458b-8074-61840e8d049b" providerId="ADAL" clId="{F273DC4B-40B5-4879-BDCB-8BE7078578EC}" dt="2024-02-23T11:45:42.719" v="2599" actId="478"/>
          <ac:spMkLst>
            <pc:docMk/>
            <pc:sldMk cId="4230809975" sldId="259"/>
            <ac:spMk id="20" creationId="{201DB692-8D21-CA02-DFF8-10F7007689F0}"/>
          </ac:spMkLst>
        </pc:spChg>
        <pc:spChg chg="add mod">
          <ac:chgData name="Pedro Henrique Souza Cavalcante" userId="a64b04a4-2090-458b-8074-61840e8d049b" providerId="ADAL" clId="{F273DC4B-40B5-4879-BDCB-8BE7078578EC}" dt="2024-02-23T11:34:37.362" v="2579" actId="1076"/>
          <ac:spMkLst>
            <pc:docMk/>
            <pc:sldMk cId="4230809975" sldId="259"/>
            <ac:spMk id="21" creationId="{D7D5A0F3-A1CB-6A15-6AB7-B8104585467F}"/>
          </ac:spMkLst>
        </pc:spChg>
        <pc:spChg chg="add mod">
          <ac:chgData name="Pedro Henrique Souza Cavalcante" userId="a64b04a4-2090-458b-8074-61840e8d049b" providerId="ADAL" clId="{F273DC4B-40B5-4879-BDCB-8BE7078578EC}" dt="2024-02-23T11:44:52.500" v="2589" actId="207"/>
          <ac:spMkLst>
            <pc:docMk/>
            <pc:sldMk cId="4230809975" sldId="259"/>
            <ac:spMk id="22" creationId="{66768CBF-E547-064A-8C75-2367FD453713}"/>
          </ac:spMkLst>
        </pc:spChg>
        <pc:spChg chg="add mod">
          <ac:chgData name="Pedro Henrique Souza Cavalcante" userId="a64b04a4-2090-458b-8074-61840e8d049b" providerId="ADAL" clId="{F273DC4B-40B5-4879-BDCB-8BE7078578EC}" dt="2024-02-23T11:46:08.093" v="2601" actId="14100"/>
          <ac:spMkLst>
            <pc:docMk/>
            <pc:sldMk cId="4230809975" sldId="259"/>
            <ac:spMk id="23" creationId="{FF9EB150-7230-3A82-8183-A8AFD29B8D15}"/>
          </ac:spMkLst>
        </pc:spChg>
        <pc:spChg chg="add mod">
          <ac:chgData name="Pedro Henrique Souza Cavalcante" userId="a64b04a4-2090-458b-8074-61840e8d049b" providerId="ADAL" clId="{F273DC4B-40B5-4879-BDCB-8BE7078578EC}" dt="2024-02-23T11:46:05.117" v="2600" actId="1076"/>
          <ac:spMkLst>
            <pc:docMk/>
            <pc:sldMk cId="4230809975" sldId="259"/>
            <ac:spMk id="24" creationId="{C81E1E6B-A92A-4A8B-1373-73B39CC2FD1A}"/>
          </ac:spMkLst>
        </pc:spChg>
        <pc:picChg chg="add del mod">
          <ac:chgData name="Pedro Henrique Souza Cavalcante" userId="a64b04a4-2090-458b-8074-61840e8d049b" providerId="ADAL" clId="{F273DC4B-40B5-4879-BDCB-8BE7078578EC}" dt="2024-02-22T19:08:57.696" v="2198" actId="478"/>
          <ac:picMkLst>
            <pc:docMk/>
            <pc:sldMk cId="4230809975" sldId="259"/>
            <ac:picMk id="13" creationId="{C1095572-9812-E4B9-3E4A-E1A0CD7A0BA7}"/>
          </ac:picMkLst>
        </pc:picChg>
        <pc:picChg chg="add del mod">
          <ac:chgData name="Pedro Henrique Souza Cavalcante" userId="a64b04a4-2090-458b-8074-61840e8d049b" providerId="ADAL" clId="{F273DC4B-40B5-4879-BDCB-8BE7078578EC}" dt="2024-02-22T19:09:07.409" v="2203" actId="478"/>
          <ac:picMkLst>
            <pc:docMk/>
            <pc:sldMk cId="4230809975" sldId="259"/>
            <ac:picMk id="17" creationId="{542D7684-2CC0-F1D9-946E-911BDCD7A7C2}"/>
          </ac:picMkLst>
        </pc:picChg>
        <pc:picChg chg="add mod">
          <ac:chgData name="Pedro Henrique Souza Cavalcante" userId="a64b04a4-2090-458b-8074-61840e8d049b" providerId="ADAL" clId="{F273DC4B-40B5-4879-BDCB-8BE7078578EC}" dt="2024-02-22T19:09:21.841" v="2205" actId="1076"/>
          <ac:picMkLst>
            <pc:docMk/>
            <pc:sldMk cId="4230809975" sldId="259"/>
            <ac:picMk id="19" creationId="{D0A03640-27E0-928D-2216-A158C85F9A4D}"/>
          </ac:picMkLst>
        </pc:picChg>
      </pc:sldChg>
      <pc:sldChg chg="addSp delSp modSp new del mod">
        <pc:chgData name="Pedro Henrique Souza Cavalcante" userId="a64b04a4-2090-458b-8074-61840e8d049b" providerId="ADAL" clId="{F273DC4B-40B5-4879-BDCB-8BE7078578EC}" dt="2024-02-21T13:53:33.981" v="2045" actId="47"/>
        <pc:sldMkLst>
          <pc:docMk/>
          <pc:sldMk cId="477808770" sldId="260"/>
        </pc:sldMkLst>
        <pc:spChg chg="del">
          <ac:chgData name="Pedro Henrique Souza Cavalcante" userId="a64b04a4-2090-458b-8074-61840e8d049b" providerId="ADAL" clId="{F273DC4B-40B5-4879-BDCB-8BE7078578EC}" dt="2024-02-21T13:50:14.714" v="2012" actId="478"/>
          <ac:spMkLst>
            <pc:docMk/>
            <pc:sldMk cId="477808770" sldId="260"/>
            <ac:spMk id="2" creationId="{4AFE1BA3-18EE-0F31-000E-C93EB56DBB3E}"/>
          </ac:spMkLst>
        </pc:spChg>
        <pc:spChg chg="del">
          <ac:chgData name="Pedro Henrique Souza Cavalcante" userId="a64b04a4-2090-458b-8074-61840e8d049b" providerId="ADAL" clId="{F273DC4B-40B5-4879-BDCB-8BE7078578EC}" dt="2024-02-21T13:50:14.714" v="2012" actId="478"/>
          <ac:spMkLst>
            <pc:docMk/>
            <pc:sldMk cId="477808770" sldId="260"/>
            <ac:spMk id="3" creationId="{FA484601-8D59-1B4D-138C-9CA650F280D0}"/>
          </ac:spMkLst>
        </pc:spChg>
        <pc:spChg chg="add del mod">
          <ac:chgData name="Pedro Henrique Souza Cavalcante" userId="a64b04a4-2090-458b-8074-61840e8d049b" providerId="ADAL" clId="{F273DC4B-40B5-4879-BDCB-8BE7078578EC}" dt="2024-02-21T13:50:29.101" v="2018"/>
          <ac:spMkLst>
            <pc:docMk/>
            <pc:sldMk cId="477808770" sldId="260"/>
            <ac:spMk id="4" creationId="{F4E0744E-CDF0-3E8A-0314-CCFA6640475D}"/>
          </ac:spMkLst>
        </pc:spChg>
        <pc:spChg chg="add del mod">
          <ac:chgData name="Pedro Henrique Souza Cavalcante" userId="a64b04a4-2090-458b-8074-61840e8d049b" providerId="ADAL" clId="{F273DC4B-40B5-4879-BDCB-8BE7078578EC}" dt="2024-02-21T13:50:29.101" v="2018"/>
          <ac:spMkLst>
            <pc:docMk/>
            <pc:sldMk cId="477808770" sldId="260"/>
            <ac:spMk id="5" creationId="{CB41FEBF-30C9-3481-348E-8F772E78F0BB}"/>
          </ac:spMkLst>
        </pc:spChg>
        <pc:spChg chg="add del mod">
          <ac:chgData name="Pedro Henrique Souza Cavalcante" userId="a64b04a4-2090-458b-8074-61840e8d049b" providerId="ADAL" clId="{F273DC4B-40B5-4879-BDCB-8BE7078578EC}" dt="2024-02-21T13:50:29.101" v="2018"/>
          <ac:spMkLst>
            <pc:docMk/>
            <pc:sldMk cId="477808770" sldId="260"/>
            <ac:spMk id="7" creationId="{8B1B5A85-3D86-255E-3F6F-6384135A1208}"/>
          </ac:spMkLst>
        </pc:spChg>
        <pc:spChg chg="add del mod">
          <ac:chgData name="Pedro Henrique Souza Cavalcante" userId="a64b04a4-2090-458b-8074-61840e8d049b" providerId="ADAL" clId="{F273DC4B-40B5-4879-BDCB-8BE7078578EC}" dt="2024-02-21T13:50:29.101" v="2018"/>
          <ac:spMkLst>
            <pc:docMk/>
            <pc:sldMk cId="477808770" sldId="260"/>
            <ac:spMk id="8" creationId="{7817A65F-5522-D3AA-07BD-EB6A1E884D8F}"/>
          </ac:spMkLst>
        </pc:spChg>
        <pc:spChg chg="add del mod">
          <ac:chgData name="Pedro Henrique Souza Cavalcante" userId="a64b04a4-2090-458b-8074-61840e8d049b" providerId="ADAL" clId="{F273DC4B-40B5-4879-BDCB-8BE7078578EC}" dt="2024-02-21T13:50:29.101" v="2018"/>
          <ac:spMkLst>
            <pc:docMk/>
            <pc:sldMk cId="477808770" sldId="260"/>
            <ac:spMk id="10" creationId="{16C3144A-B20B-617C-1FFB-488B7646A1D2}"/>
          </ac:spMkLst>
        </pc:spChg>
        <pc:spChg chg="add del mod">
          <ac:chgData name="Pedro Henrique Souza Cavalcante" userId="a64b04a4-2090-458b-8074-61840e8d049b" providerId="ADAL" clId="{F273DC4B-40B5-4879-BDCB-8BE7078578EC}" dt="2024-02-21T13:50:29.101" v="2018"/>
          <ac:spMkLst>
            <pc:docMk/>
            <pc:sldMk cId="477808770" sldId="260"/>
            <ac:spMk id="11" creationId="{2183F026-AB41-5462-DC0A-E10C2BF8FE48}"/>
          </ac:spMkLst>
        </pc:spChg>
        <pc:spChg chg="add del mod">
          <ac:chgData name="Pedro Henrique Souza Cavalcante" userId="a64b04a4-2090-458b-8074-61840e8d049b" providerId="ADAL" clId="{F273DC4B-40B5-4879-BDCB-8BE7078578EC}" dt="2024-02-21T13:50:29.101" v="2018"/>
          <ac:spMkLst>
            <pc:docMk/>
            <pc:sldMk cId="477808770" sldId="260"/>
            <ac:spMk id="12" creationId="{B09EB401-E57D-6FF9-F2D4-C5C8B8E51C0D}"/>
          </ac:spMkLst>
        </pc:spChg>
        <pc:spChg chg="add mod">
          <ac:chgData name="Pedro Henrique Souza Cavalcante" userId="a64b04a4-2090-458b-8074-61840e8d049b" providerId="ADAL" clId="{F273DC4B-40B5-4879-BDCB-8BE7078578EC}" dt="2024-02-21T13:52:43.946" v="2044" actId="14100"/>
          <ac:spMkLst>
            <pc:docMk/>
            <pc:sldMk cId="477808770" sldId="260"/>
            <ac:spMk id="13" creationId="{F344E9D2-7AE4-8526-B3BC-11BFE1FF673C}"/>
          </ac:spMkLst>
        </pc:spChg>
        <pc:spChg chg="add mod">
          <ac:chgData name="Pedro Henrique Souza Cavalcante" userId="a64b04a4-2090-458b-8074-61840e8d049b" providerId="ADAL" clId="{F273DC4B-40B5-4879-BDCB-8BE7078578EC}" dt="2024-02-21T13:52:03.969" v="2042" actId="1076"/>
          <ac:spMkLst>
            <pc:docMk/>
            <pc:sldMk cId="477808770" sldId="260"/>
            <ac:spMk id="14" creationId="{3F74B025-129A-400F-2EBA-52E33C096D10}"/>
          </ac:spMkLst>
        </pc:spChg>
        <pc:spChg chg="add mod">
          <ac:chgData name="Pedro Henrique Souza Cavalcante" userId="a64b04a4-2090-458b-8074-61840e8d049b" providerId="ADAL" clId="{F273DC4B-40B5-4879-BDCB-8BE7078578EC}" dt="2024-02-21T13:50:30.449" v="2019"/>
          <ac:spMkLst>
            <pc:docMk/>
            <pc:sldMk cId="477808770" sldId="260"/>
            <ac:spMk id="16" creationId="{69B5B1A4-984B-BCBF-7DAF-7B4E37F3432E}"/>
          </ac:spMkLst>
        </pc:spChg>
        <pc:spChg chg="add mod">
          <ac:chgData name="Pedro Henrique Souza Cavalcante" userId="a64b04a4-2090-458b-8074-61840e8d049b" providerId="ADAL" clId="{F273DC4B-40B5-4879-BDCB-8BE7078578EC}" dt="2024-02-21T13:50:30.449" v="2019"/>
          <ac:spMkLst>
            <pc:docMk/>
            <pc:sldMk cId="477808770" sldId="260"/>
            <ac:spMk id="17" creationId="{45EAFD0E-AA5A-C3B4-F791-8DDF34B7E15C}"/>
          </ac:spMkLst>
        </pc:spChg>
        <pc:spChg chg="add mod">
          <ac:chgData name="Pedro Henrique Souza Cavalcante" userId="a64b04a4-2090-458b-8074-61840e8d049b" providerId="ADAL" clId="{F273DC4B-40B5-4879-BDCB-8BE7078578EC}" dt="2024-02-21T13:50:30.449" v="2019"/>
          <ac:spMkLst>
            <pc:docMk/>
            <pc:sldMk cId="477808770" sldId="260"/>
            <ac:spMk id="19" creationId="{9C0C4791-8556-124E-EB82-8F714009242E}"/>
          </ac:spMkLst>
        </pc:spChg>
        <pc:spChg chg="add mod">
          <ac:chgData name="Pedro Henrique Souza Cavalcante" userId="a64b04a4-2090-458b-8074-61840e8d049b" providerId="ADAL" clId="{F273DC4B-40B5-4879-BDCB-8BE7078578EC}" dt="2024-02-21T13:50:30.449" v="2019"/>
          <ac:spMkLst>
            <pc:docMk/>
            <pc:sldMk cId="477808770" sldId="260"/>
            <ac:spMk id="20" creationId="{6C97E803-A106-7D5C-8B2C-BFBD32C0F044}"/>
          </ac:spMkLst>
        </pc:spChg>
        <pc:spChg chg="add mod">
          <ac:chgData name="Pedro Henrique Souza Cavalcante" userId="a64b04a4-2090-458b-8074-61840e8d049b" providerId="ADAL" clId="{F273DC4B-40B5-4879-BDCB-8BE7078578EC}" dt="2024-02-21T13:50:30.449" v="2019"/>
          <ac:spMkLst>
            <pc:docMk/>
            <pc:sldMk cId="477808770" sldId="260"/>
            <ac:spMk id="21" creationId="{73C74121-CFA5-1A4A-0453-EAD89395F908}"/>
          </ac:spMkLst>
        </pc:spChg>
        <pc:picChg chg="add del mod">
          <ac:chgData name="Pedro Henrique Souza Cavalcante" userId="a64b04a4-2090-458b-8074-61840e8d049b" providerId="ADAL" clId="{F273DC4B-40B5-4879-BDCB-8BE7078578EC}" dt="2024-02-21T13:50:29.101" v="2018"/>
          <ac:picMkLst>
            <pc:docMk/>
            <pc:sldMk cId="477808770" sldId="260"/>
            <ac:picMk id="6" creationId="{6CFC2621-0F07-0ADE-A156-07CC0FA1B66B}"/>
          </ac:picMkLst>
        </pc:picChg>
        <pc:picChg chg="add mod">
          <ac:chgData name="Pedro Henrique Souza Cavalcante" userId="a64b04a4-2090-458b-8074-61840e8d049b" providerId="ADAL" clId="{F273DC4B-40B5-4879-BDCB-8BE7078578EC}" dt="2024-02-21T13:51:50.601" v="2041" actId="1076"/>
          <ac:picMkLst>
            <pc:docMk/>
            <pc:sldMk cId="477808770" sldId="260"/>
            <ac:picMk id="15" creationId="{1570965A-90FA-32ED-25B7-A84F5A3A3B76}"/>
          </ac:picMkLst>
        </pc:picChg>
        <pc:cxnChg chg="add del mod">
          <ac:chgData name="Pedro Henrique Souza Cavalcante" userId="a64b04a4-2090-458b-8074-61840e8d049b" providerId="ADAL" clId="{F273DC4B-40B5-4879-BDCB-8BE7078578EC}" dt="2024-02-21T13:50:29.101" v="2018"/>
          <ac:cxnSpMkLst>
            <pc:docMk/>
            <pc:sldMk cId="477808770" sldId="260"/>
            <ac:cxnSpMk id="9" creationId="{8AAC876E-FC17-458A-43D6-265D08D3A75A}"/>
          </ac:cxnSpMkLst>
        </pc:cxnChg>
        <pc:cxnChg chg="add mod">
          <ac:chgData name="Pedro Henrique Souza Cavalcante" userId="a64b04a4-2090-458b-8074-61840e8d049b" providerId="ADAL" clId="{F273DC4B-40B5-4879-BDCB-8BE7078578EC}" dt="2024-02-21T13:52:03.969" v="2042" actId="1076"/>
          <ac:cxnSpMkLst>
            <pc:docMk/>
            <pc:sldMk cId="477808770" sldId="260"/>
            <ac:cxnSpMk id="18" creationId="{8303938D-5BAB-6CC3-F271-1AEE6684CD4D}"/>
          </ac:cxnSpMkLst>
        </pc:cxnChg>
      </pc:sldChg>
      <pc:sldChg chg="addSp delSp modSp new mod">
        <pc:chgData name="Pedro Henrique Souza Cavalcante" userId="a64b04a4-2090-458b-8074-61840e8d049b" providerId="ADAL" clId="{F273DC4B-40B5-4879-BDCB-8BE7078578EC}" dt="2024-02-23T14:05:42.154" v="2680" actId="14100"/>
        <pc:sldMkLst>
          <pc:docMk/>
          <pc:sldMk cId="2001083545" sldId="260"/>
        </pc:sldMkLst>
        <pc:spChg chg="del">
          <ac:chgData name="Pedro Henrique Souza Cavalcante" userId="a64b04a4-2090-458b-8074-61840e8d049b" providerId="ADAL" clId="{F273DC4B-40B5-4879-BDCB-8BE7078578EC}" dt="2024-02-23T13:54:23.986" v="2603" actId="478"/>
          <ac:spMkLst>
            <pc:docMk/>
            <pc:sldMk cId="2001083545" sldId="260"/>
            <ac:spMk id="2" creationId="{7BBC34E6-A7FC-C36E-1AA2-9764B19F2A99}"/>
          </ac:spMkLst>
        </pc:spChg>
        <pc:spChg chg="del">
          <ac:chgData name="Pedro Henrique Souza Cavalcante" userId="a64b04a4-2090-458b-8074-61840e8d049b" providerId="ADAL" clId="{F273DC4B-40B5-4879-BDCB-8BE7078578EC}" dt="2024-02-23T13:54:23.986" v="2603" actId="478"/>
          <ac:spMkLst>
            <pc:docMk/>
            <pc:sldMk cId="2001083545" sldId="260"/>
            <ac:spMk id="3" creationId="{C3CFD810-BA55-CCE3-7766-1C76C8D47714}"/>
          </ac:spMkLst>
        </pc:spChg>
        <pc:spChg chg="add mod">
          <ac:chgData name="Pedro Henrique Souza Cavalcante" userId="a64b04a4-2090-458b-8074-61840e8d049b" providerId="ADAL" clId="{F273DC4B-40B5-4879-BDCB-8BE7078578EC}" dt="2024-02-23T14:00:12.963" v="2650" actId="207"/>
          <ac:spMkLst>
            <pc:docMk/>
            <pc:sldMk cId="2001083545" sldId="260"/>
            <ac:spMk id="4" creationId="{C938154A-E49B-DA15-5142-6237D4DAEDD1}"/>
          </ac:spMkLst>
        </pc:spChg>
        <pc:spChg chg="add mod">
          <ac:chgData name="Pedro Henrique Souza Cavalcante" userId="a64b04a4-2090-458b-8074-61840e8d049b" providerId="ADAL" clId="{F273DC4B-40B5-4879-BDCB-8BE7078578EC}" dt="2024-02-23T13:54:24.915" v="2604"/>
          <ac:spMkLst>
            <pc:docMk/>
            <pc:sldMk cId="2001083545" sldId="260"/>
            <ac:spMk id="5" creationId="{D6F03F99-7E18-BF0E-60A7-09B8AB269308}"/>
          </ac:spMkLst>
        </pc:spChg>
        <pc:spChg chg="add mod">
          <ac:chgData name="Pedro Henrique Souza Cavalcante" userId="a64b04a4-2090-458b-8074-61840e8d049b" providerId="ADAL" clId="{F273DC4B-40B5-4879-BDCB-8BE7078578EC}" dt="2024-02-23T13:58:38.546" v="2630" actId="14100"/>
          <ac:spMkLst>
            <pc:docMk/>
            <pc:sldMk cId="2001083545" sldId="260"/>
            <ac:spMk id="6" creationId="{2FDC3167-55A8-01C9-9FA3-4F005C9953F0}"/>
          </ac:spMkLst>
        </pc:spChg>
        <pc:spChg chg="add mod">
          <ac:chgData name="Pedro Henrique Souza Cavalcante" userId="a64b04a4-2090-458b-8074-61840e8d049b" providerId="ADAL" clId="{F273DC4B-40B5-4879-BDCB-8BE7078578EC}" dt="2024-02-23T13:59:12.649" v="2636" actId="14100"/>
          <ac:spMkLst>
            <pc:docMk/>
            <pc:sldMk cId="2001083545" sldId="260"/>
            <ac:spMk id="7" creationId="{4C1C22FB-A3B5-3E29-761B-4367475AAB98}"/>
          </ac:spMkLst>
        </pc:spChg>
        <pc:spChg chg="add del mod">
          <ac:chgData name="Pedro Henrique Souza Cavalcante" userId="a64b04a4-2090-458b-8074-61840e8d049b" providerId="ADAL" clId="{F273DC4B-40B5-4879-BDCB-8BE7078578EC}" dt="2024-02-23T13:59:04.562" v="2634" actId="478"/>
          <ac:spMkLst>
            <pc:docMk/>
            <pc:sldMk cId="2001083545" sldId="260"/>
            <ac:spMk id="8" creationId="{EEAC512A-89D4-CCFF-284F-6D092894C41D}"/>
          </ac:spMkLst>
        </pc:spChg>
        <pc:spChg chg="add del mod">
          <ac:chgData name="Pedro Henrique Souza Cavalcante" userId="a64b04a4-2090-458b-8074-61840e8d049b" providerId="ADAL" clId="{F273DC4B-40B5-4879-BDCB-8BE7078578EC}" dt="2024-02-23T13:59:04.562" v="2634" actId="478"/>
          <ac:spMkLst>
            <pc:docMk/>
            <pc:sldMk cId="2001083545" sldId="260"/>
            <ac:spMk id="9" creationId="{7A3EE235-5123-663D-BBB5-0E48ABA69655}"/>
          </ac:spMkLst>
        </pc:spChg>
        <pc:spChg chg="add mod">
          <ac:chgData name="Pedro Henrique Souza Cavalcante" userId="a64b04a4-2090-458b-8074-61840e8d049b" providerId="ADAL" clId="{F273DC4B-40B5-4879-BDCB-8BE7078578EC}" dt="2024-02-23T13:56:10.825" v="2614" actId="1076"/>
          <ac:spMkLst>
            <pc:docMk/>
            <pc:sldMk cId="2001083545" sldId="260"/>
            <ac:spMk id="10" creationId="{520D33BE-E2A8-1B39-B4CD-52F347CD7422}"/>
          </ac:spMkLst>
        </pc:spChg>
        <pc:spChg chg="add del mod">
          <ac:chgData name="Pedro Henrique Souza Cavalcante" userId="a64b04a4-2090-458b-8074-61840e8d049b" providerId="ADAL" clId="{F273DC4B-40B5-4879-BDCB-8BE7078578EC}" dt="2024-02-23T13:55:23.426" v="2605" actId="478"/>
          <ac:spMkLst>
            <pc:docMk/>
            <pc:sldMk cId="2001083545" sldId="260"/>
            <ac:spMk id="12" creationId="{4285EAE5-A0D6-1BC2-69D0-D17C810C63FB}"/>
          </ac:spMkLst>
        </pc:spChg>
        <pc:spChg chg="add mod">
          <ac:chgData name="Pedro Henrique Souza Cavalcante" userId="a64b04a4-2090-458b-8074-61840e8d049b" providerId="ADAL" clId="{F273DC4B-40B5-4879-BDCB-8BE7078578EC}" dt="2024-02-23T14:05:39.330" v="2679" actId="1076"/>
          <ac:spMkLst>
            <pc:docMk/>
            <pc:sldMk cId="2001083545" sldId="260"/>
            <ac:spMk id="13" creationId="{AFF44369-0BE7-B4F3-5783-36100641104D}"/>
          </ac:spMkLst>
        </pc:spChg>
        <pc:spChg chg="add mod">
          <ac:chgData name="Pedro Henrique Souza Cavalcante" userId="a64b04a4-2090-458b-8074-61840e8d049b" providerId="ADAL" clId="{F273DC4B-40B5-4879-BDCB-8BE7078578EC}" dt="2024-02-23T14:05:42.154" v="2680" actId="14100"/>
          <ac:spMkLst>
            <pc:docMk/>
            <pc:sldMk cId="2001083545" sldId="260"/>
            <ac:spMk id="14" creationId="{DE68BDEB-B914-7F45-644D-10378C41EC05}"/>
          </ac:spMkLst>
        </pc:spChg>
        <pc:spChg chg="add del mod">
          <ac:chgData name="Pedro Henrique Souza Cavalcante" userId="a64b04a4-2090-458b-8074-61840e8d049b" providerId="ADAL" clId="{F273DC4B-40B5-4879-BDCB-8BE7078578EC}" dt="2024-02-23T14:02:18.147" v="2661" actId="478"/>
          <ac:spMkLst>
            <pc:docMk/>
            <pc:sldMk cId="2001083545" sldId="260"/>
            <ac:spMk id="15" creationId="{37B7C355-3F11-1DBD-8D91-D4691B42F1A6}"/>
          </ac:spMkLst>
        </pc:spChg>
        <pc:spChg chg="add del mod">
          <ac:chgData name="Pedro Henrique Souza Cavalcante" userId="a64b04a4-2090-458b-8074-61840e8d049b" providerId="ADAL" clId="{F273DC4B-40B5-4879-BDCB-8BE7078578EC}" dt="2024-02-23T13:56:13.409" v="2616" actId="478"/>
          <ac:spMkLst>
            <pc:docMk/>
            <pc:sldMk cId="2001083545" sldId="260"/>
            <ac:spMk id="16" creationId="{EFC2DA5B-7041-65C5-85A9-CB9B98F5995F}"/>
          </ac:spMkLst>
        </pc:spChg>
        <pc:spChg chg="add del mod">
          <ac:chgData name="Pedro Henrique Souza Cavalcante" userId="a64b04a4-2090-458b-8074-61840e8d049b" providerId="ADAL" clId="{F273DC4B-40B5-4879-BDCB-8BE7078578EC}" dt="2024-02-23T13:59:37.682" v="2640" actId="478"/>
          <ac:spMkLst>
            <pc:docMk/>
            <pc:sldMk cId="2001083545" sldId="260"/>
            <ac:spMk id="17" creationId="{F948C19A-49E4-0323-7AB7-6A292930DE1C}"/>
          </ac:spMkLst>
        </pc:spChg>
        <pc:spChg chg="add mod">
          <ac:chgData name="Pedro Henrique Souza Cavalcante" userId="a64b04a4-2090-458b-8074-61840e8d049b" providerId="ADAL" clId="{F273DC4B-40B5-4879-BDCB-8BE7078578EC}" dt="2024-02-23T14:00:32.499" v="2651" actId="207"/>
          <ac:spMkLst>
            <pc:docMk/>
            <pc:sldMk cId="2001083545" sldId="260"/>
            <ac:spMk id="18" creationId="{A1C208C5-AD79-7F92-95B3-1BF3F5E6CA41}"/>
          </ac:spMkLst>
        </pc:spChg>
        <pc:spChg chg="add del mod">
          <ac:chgData name="Pedro Henrique Souza Cavalcante" userId="a64b04a4-2090-458b-8074-61840e8d049b" providerId="ADAL" clId="{F273DC4B-40B5-4879-BDCB-8BE7078578EC}" dt="2024-02-23T13:59:37.682" v="2640" actId="478"/>
          <ac:spMkLst>
            <pc:docMk/>
            <pc:sldMk cId="2001083545" sldId="260"/>
            <ac:spMk id="19" creationId="{2789AB4D-EDB1-B72E-7A33-F5BCF2F8C849}"/>
          </ac:spMkLst>
        </pc:spChg>
        <pc:spChg chg="add del mod">
          <ac:chgData name="Pedro Henrique Souza Cavalcante" userId="a64b04a4-2090-458b-8074-61840e8d049b" providerId="ADAL" clId="{F273DC4B-40B5-4879-BDCB-8BE7078578EC}" dt="2024-02-23T14:01:47.409" v="2660" actId="478"/>
          <ac:spMkLst>
            <pc:docMk/>
            <pc:sldMk cId="2001083545" sldId="260"/>
            <ac:spMk id="20" creationId="{1544E8C9-3F4E-1660-DED4-BC2A1A611C96}"/>
          </ac:spMkLst>
        </pc:spChg>
        <pc:spChg chg="add del mod">
          <ac:chgData name="Pedro Henrique Souza Cavalcante" userId="a64b04a4-2090-458b-8074-61840e8d049b" providerId="ADAL" clId="{F273DC4B-40B5-4879-BDCB-8BE7078578EC}" dt="2024-02-23T14:02:54.803" v="2669" actId="478"/>
          <ac:spMkLst>
            <pc:docMk/>
            <pc:sldMk cId="2001083545" sldId="260"/>
            <ac:spMk id="21" creationId="{A5E8B7B6-B57E-EA80-D2C2-0AD4548ABA1E}"/>
          </ac:spMkLst>
        </pc:spChg>
        <pc:spChg chg="add mod">
          <ac:chgData name="Pedro Henrique Souza Cavalcante" userId="a64b04a4-2090-458b-8074-61840e8d049b" providerId="ADAL" clId="{F273DC4B-40B5-4879-BDCB-8BE7078578EC}" dt="2024-02-23T14:05:18.250" v="2677" actId="14100"/>
          <ac:spMkLst>
            <pc:docMk/>
            <pc:sldMk cId="2001083545" sldId="260"/>
            <ac:spMk id="22" creationId="{DBD60D25-62BC-57B4-8189-9425AE719A59}"/>
          </ac:spMkLst>
        </pc:spChg>
        <pc:picChg chg="add mod">
          <ac:chgData name="Pedro Henrique Souza Cavalcante" userId="a64b04a4-2090-458b-8074-61840e8d049b" providerId="ADAL" clId="{F273DC4B-40B5-4879-BDCB-8BE7078578EC}" dt="2024-02-23T13:54:24.915" v="2604"/>
          <ac:picMkLst>
            <pc:docMk/>
            <pc:sldMk cId="2001083545" sldId="260"/>
            <ac:picMk id="11" creationId="{3FC72E3F-E85C-DC12-422D-926D05C159A0}"/>
          </ac:picMkLst>
        </pc:picChg>
      </pc:sldChg>
      <pc:sldChg chg="addSp delSp modSp new del mod ord">
        <pc:chgData name="Pedro Henrique Souza Cavalcante" userId="a64b04a4-2090-458b-8074-61840e8d049b" providerId="ADAL" clId="{F273DC4B-40B5-4879-BDCB-8BE7078578EC}" dt="2024-02-22T19:08:47.427" v="2195" actId="47"/>
        <pc:sldMkLst>
          <pc:docMk/>
          <pc:sldMk cId="4027023465" sldId="260"/>
        </pc:sldMkLst>
        <pc:spChg chg="del">
          <ac:chgData name="Pedro Henrique Souza Cavalcante" userId="a64b04a4-2090-458b-8074-61840e8d049b" providerId="ADAL" clId="{F273DC4B-40B5-4879-BDCB-8BE7078578EC}" dt="2024-02-21T13:54:01.451" v="2051" actId="478"/>
          <ac:spMkLst>
            <pc:docMk/>
            <pc:sldMk cId="4027023465" sldId="260"/>
            <ac:spMk id="2" creationId="{B2C36FDC-DFE8-207C-5FD2-5013B470FE79}"/>
          </ac:spMkLst>
        </pc:spChg>
        <pc:spChg chg="del">
          <ac:chgData name="Pedro Henrique Souza Cavalcante" userId="a64b04a4-2090-458b-8074-61840e8d049b" providerId="ADAL" clId="{F273DC4B-40B5-4879-BDCB-8BE7078578EC}" dt="2024-02-21T13:54:01.451" v="2051" actId="478"/>
          <ac:spMkLst>
            <pc:docMk/>
            <pc:sldMk cId="4027023465" sldId="260"/>
            <ac:spMk id="3" creationId="{94412014-00EC-6F73-D4C9-564E2A258043}"/>
          </ac:spMkLst>
        </pc:spChg>
        <pc:spChg chg="add mod">
          <ac:chgData name="Pedro Henrique Souza Cavalcante" userId="a64b04a4-2090-458b-8074-61840e8d049b" providerId="ADAL" clId="{F273DC4B-40B5-4879-BDCB-8BE7078578EC}" dt="2024-02-21T13:54:29.676" v="2059" actId="1076"/>
          <ac:spMkLst>
            <pc:docMk/>
            <pc:sldMk cId="4027023465" sldId="260"/>
            <ac:spMk id="4" creationId="{72BA34E5-1F8A-5E6E-2DE1-3EFE7069EC6D}"/>
          </ac:spMkLst>
        </pc:spChg>
        <pc:spChg chg="add mod">
          <ac:chgData name="Pedro Henrique Souza Cavalcante" userId="a64b04a4-2090-458b-8074-61840e8d049b" providerId="ADAL" clId="{F273DC4B-40B5-4879-BDCB-8BE7078578EC}" dt="2024-02-21T13:55:03.785" v="2062" actId="1076"/>
          <ac:spMkLst>
            <pc:docMk/>
            <pc:sldMk cId="4027023465" sldId="260"/>
            <ac:spMk id="5" creationId="{7EE5516B-EB72-2854-735B-8674DA00950C}"/>
          </ac:spMkLst>
        </pc:spChg>
        <pc:spChg chg="add mod">
          <ac:chgData name="Pedro Henrique Souza Cavalcante" userId="a64b04a4-2090-458b-8074-61840e8d049b" providerId="ADAL" clId="{F273DC4B-40B5-4879-BDCB-8BE7078578EC}" dt="2024-02-21T13:54:02.272" v="2052"/>
          <ac:spMkLst>
            <pc:docMk/>
            <pc:sldMk cId="4027023465" sldId="260"/>
            <ac:spMk id="7" creationId="{337176EE-1A75-8355-739D-A448B59FFC8E}"/>
          </ac:spMkLst>
        </pc:spChg>
        <pc:spChg chg="add mod">
          <ac:chgData name="Pedro Henrique Souza Cavalcante" userId="a64b04a4-2090-458b-8074-61840e8d049b" providerId="ADAL" clId="{F273DC4B-40B5-4879-BDCB-8BE7078578EC}" dt="2024-02-21T13:54:02.272" v="2052"/>
          <ac:spMkLst>
            <pc:docMk/>
            <pc:sldMk cId="4027023465" sldId="260"/>
            <ac:spMk id="8" creationId="{9FED871C-583C-8D70-A3F2-7789F333E54E}"/>
          </ac:spMkLst>
        </pc:spChg>
        <pc:spChg chg="add mod">
          <ac:chgData name="Pedro Henrique Souza Cavalcante" userId="a64b04a4-2090-458b-8074-61840e8d049b" providerId="ADAL" clId="{F273DC4B-40B5-4879-BDCB-8BE7078578EC}" dt="2024-02-21T13:54:02.272" v="2052"/>
          <ac:spMkLst>
            <pc:docMk/>
            <pc:sldMk cId="4027023465" sldId="260"/>
            <ac:spMk id="10" creationId="{3A3970FF-DAD3-F178-A122-2B17B63F7487}"/>
          </ac:spMkLst>
        </pc:spChg>
        <pc:spChg chg="add mod">
          <ac:chgData name="Pedro Henrique Souza Cavalcante" userId="a64b04a4-2090-458b-8074-61840e8d049b" providerId="ADAL" clId="{F273DC4B-40B5-4879-BDCB-8BE7078578EC}" dt="2024-02-21T13:54:02.272" v="2052"/>
          <ac:spMkLst>
            <pc:docMk/>
            <pc:sldMk cId="4027023465" sldId="260"/>
            <ac:spMk id="11" creationId="{0A3F92B2-1E18-FC61-BCD8-CA97257CAA93}"/>
          </ac:spMkLst>
        </pc:spChg>
        <pc:spChg chg="add mod">
          <ac:chgData name="Pedro Henrique Souza Cavalcante" userId="a64b04a4-2090-458b-8074-61840e8d049b" providerId="ADAL" clId="{F273DC4B-40B5-4879-BDCB-8BE7078578EC}" dt="2024-02-21T13:54:02.272" v="2052"/>
          <ac:spMkLst>
            <pc:docMk/>
            <pc:sldMk cId="4027023465" sldId="260"/>
            <ac:spMk id="12" creationId="{91A41E2D-C0F9-2B85-9011-5C4B0C879488}"/>
          </ac:spMkLst>
        </pc:spChg>
        <pc:picChg chg="add mod">
          <ac:chgData name="Pedro Henrique Souza Cavalcante" userId="a64b04a4-2090-458b-8074-61840e8d049b" providerId="ADAL" clId="{F273DC4B-40B5-4879-BDCB-8BE7078578EC}" dt="2024-02-21T13:54:02.272" v="2052"/>
          <ac:picMkLst>
            <pc:docMk/>
            <pc:sldMk cId="4027023465" sldId="260"/>
            <ac:picMk id="6" creationId="{1E4ECAFD-F059-6040-5463-218436B044CB}"/>
          </ac:picMkLst>
        </pc:picChg>
        <pc:cxnChg chg="add mod">
          <ac:chgData name="Pedro Henrique Souza Cavalcante" userId="a64b04a4-2090-458b-8074-61840e8d049b" providerId="ADAL" clId="{F273DC4B-40B5-4879-BDCB-8BE7078578EC}" dt="2024-02-21T13:54:59.050" v="2061" actId="1076"/>
          <ac:cxnSpMkLst>
            <pc:docMk/>
            <pc:sldMk cId="4027023465" sldId="260"/>
            <ac:cxnSpMk id="9" creationId="{A4D61272-7A9B-13FE-4B3A-A004107DBC66}"/>
          </ac:cxnSpMkLst>
        </pc:cxnChg>
      </pc:sldChg>
      <pc:sldChg chg="delSp new del mod ord">
        <pc:chgData name="Pedro Henrique Souza Cavalcante" userId="a64b04a4-2090-458b-8074-61840e8d049b" providerId="ADAL" clId="{F273DC4B-40B5-4879-BDCB-8BE7078578EC}" dt="2024-02-21T13:59:27.478" v="2067" actId="47"/>
        <pc:sldMkLst>
          <pc:docMk/>
          <pc:sldMk cId="666218532" sldId="261"/>
        </pc:sldMkLst>
        <pc:spChg chg="del">
          <ac:chgData name="Pedro Henrique Souza Cavalcante" userId="a64b04a4-2090-458b-8074-61840e8d049b" providerId="ADAL" clId="{F273DC4B-40B5-4879-BDCB-8BE7078578EC}" dt="2024-02-21T13:59:11.578" v="2066" actId="478"/>
          <ac:spMkLst>
            <pc:docMk/>
            <pc:sldMk cId="666218532" sldId="261"/>
            <ac:spMk id="2" creationId="{9EC94C4C-42FA-1042-4630-1C7EF1D34161}"/>
          </ac:spMkLst>
        </pc:spChg>
        <pc:spChg chg="del">
          <ac:chgData name="Pedro Henrique Souza Cavalcante" userId="a64b04a4-2090-458b-8074-61840e8d049b" providerId="ADAL" clId="{F273DC4B-40B5-4879-BDCB-8BE7078578EC}" dt="2024-02-21T13:59:11.578" v="2066" actId="478"/>
          <ac:spMkLst>
            <pc:docMk/>
            <pc:sldMk cId="666218532" sldId="261"/>
            <ac:spMk id="3" creationId="{D81BC336-CB40-9E91-F2AF-7C94CBC02885}"/>
          </ac:spMkLst>
        </pc:spChg>
      </pc:sldChg>
      <pc:sldChg chg="addSp delSp modSp new mod">
        <pc:chgData name="Pedro Henrique Souza Cavalcante" userId="a64b04a4-2090-458b-8074-61840e8d049b" providerId="ADAL" clId="{F273DC4B-40B5-4879-BDCB-8BE7078578EC}" dt="2024-02-23T14:37:34.599" v="2714" actId="208"/>
        <pc:sldMkLst>
          <pc:docMk/>
          <pc:sldMk cId="2911345098" sldId="261"/>
        </pc:sldMkLst>
        <pc:spChg chg="del">
          <ac:chgData name="Pedro Henrique Souza Cavalcante" userId="a64b04a4-2090-458b-8074-61840e8d049b" providerId="ADAL" clId="{F273DC4B-40B5-4879-BDCB-8BE7078578EC}" dt="2024-02-23T14:31:59.302" v="2688" actId="478"/>
          <ac:spMkLst>
            <pc:docMk/>
            <pc:sldMk cId="2911345098" sldId="261"/>
            <ac:spMk id="2" creationId="{107951DA-2A4C-9FCD-DEB7-603B84C644BD}"/>
          </ac:spMkLst>
        </pc:spChg>
        <pc:spChg chg="del">
          <ac:chgData name="Pedro Henrique Souza Cavalcante" userId="a64b04a4-2090-458b-8074-61840e8d049b" providerId="ADAL" clId="{F273DC4B-40B5-4879-BDCB-8BE7078578EC}" dt="2024-02-23T14:31:59.302" v="2688" actId="478"/>
          <ac:spMkLst>
            <pc:docMk/>
            <pc:sldMk cId="2911345098" sldId="261"/>
            <ac:spMk id="3" creationId="{33B0F2E6-0DD8-0D89-02C2-68DC3A7C6185}"/>
          </ac:spMkLst>
        </pc:spChg>
        <pc:spChg chg="add mod">
          <ac:chgData name="Pedro Henrique Souza Cavalcante" userId="a64b04a4-2090-458b-8074-61840e8d049b" providerId="ADAL" clId="{F273DC4B-40B5-4879-BDCB-8BE7078578EC}" dt="2024-02-23T14:35:22.286" v="2703" actId="1076"/>
          <ac:spMkLst>
            <pc:docMk/>
            <pc:sldMk cId="2911345098" sldId="261"/>
            <ac:spMk id="4" creationId="{730A6019-8F1F-B68B-F83B-762781644101}"/>
          </ac:spMkLst>
        </pc:spChg>
        <pc:spChg chg="add mod">
          <ac:chgData name="Pedro Henrique Souza Cavalcante" userId="a64b04a4-2090-458b-8074-61840e8d049b" providerId="ADAL" clId="{F273DC4B-40B5-4879-BDCB-8BE7078578EC}" dt="2024-02-23T14:33:00.092" v="2695"/>
          <ac:spMkLst>
            <pc:docMk/>
            <pc:sldMk cId="2911345098" sldId="261"/>
            <ac:spMk id="5" creationId="{1C9FF9BE-87E1-BF74-11C2-3FD37D070FF2}"/>
          </ac:spMkLst>
        </pc:spChg>
        <pc:spChg chg="add mod">
          <ac:chgData name="Pedro Henrique Souza Cavalcante" userId="a64b04a4-2090-458b-8074-61840e8d049b" providerId="ADAL" clId="{F273DC4B-40B5-4879-BDCB-8BE7078578EC}" dt="2024-02-23T14:33:00.092" v="2695"/>
          <ac:spMkLst>
            <pc:docMk/>
            <pc:sldMk cId="2911345098" sldId="261"/>
            <ac:spMk id="6" creationId="{821C22DF-D2D2-F358-47F2-57D2E2173D0B}"/>
          </ac:spMkLst>
        </pc:spChg>
        <pc:spChg chg="add mod">
          <ac:chgData name="Pedro Henrique Souza Cavalcante" userId="a64b04a4-2090-458b-8074-61840e8d049b" providerId="ADAL" clId="{F273DC4B-40B5-4879-BDCB-8BE7078578EC}" dt="2024-02-23T14:37:34.599" v="2714" actId="208"/>
          <ac:spMkLst>
            <pc:docMk/>
            <pc:sldMk cId="2911345098" sldId="261"/>
            <ac:spMk id="7" creationId="{A35F6A65-03A8-DE31-9E0B-E59F01C71BA0}"/>
          </ac:spMkLst>
        </pc:spChg>
        <pc:spChg chg="add mod">
          <ac:chgData name="Pedro Henrique Souza Cavalcante" userId="a64b04a4-2090-458b-8074-61840e8d049b" providerId="ADAL" clId="{F273DC4B-40B5-4879-BDCB-8BE7078578EC}" dt="2024-02-23T14:37:34.599" v="2714" actId="208"/>
          <ac:spMkLst>
            <pc:docMk/>
            <pc:sldMk cId="2911345098" sldId="261"/>
            <ac:spMk id="8" creationId="{54029F25-6BF4-6FBE-C6CF-F4955CFEA35E}"/>
          </ac:spMkLst>
        </pc:spChg>
        <pc:spChg chg="add mod">
          <ac:chgData name="Pedro Henrique Souza Cavalcante" userId="a64b04a4-2090-458b-8074-61840e8d049b" providerId="ADAL" clId="{F273DC4B-40B5-4879-BDCB-8BE7078578EC}" dt="2024-02-23T14:37:34.599" v="2714" actId="208"/>
          <ac:spMkLst>
            <pc:docMk/>
            <pc:sldMk cId="2911345098" sldId="261"/>
            <ac:spMk id="9" creationId="{3280CE1B-022D-8105-6A89-65084D6DEE22}"/>
          </ac:spMkLst>
        </pc:spChg>
        <pc:picChg chg="add mod">
          <ac:chgData name="Pedro Henrique Souza Cavalcante" userId="a64b04a4-2090-458b-8074-61840e8d049b" providerId="ADAL" clId="{F273DC4B-40B5-4879-BDCB-8BE7078578EC}" dt="2024-02-23T14:33:00.092" v="2695"/>
          <ac:picMkLst>
            <pc:docMk/>
            <pc:sldMk cId="2911345098" sldId="261"/>
            <ac:picMk id="10" creationId="{830313BC-5E50-5AA6-2CB2-06BBBB0AE24C}"/>
          </ac:picMkLst>
        </pc:picChg>
      </pc:sldChg>
      <pc:sldChg chg="delSp new mod">
        <pc:chgData name="Pedro Henrique Souza Cavalcante" userId="a64b04a4-2090-458b-8074-61840e8d049b" providerId="ADAL" clId="{F273DC4B-40B5-4879-BDCB-8BE7078578EC}" dt="2024-02-23T16:45:55.224" v="2716" actId="478"/>
        <pc:sldMkLst>
          <pc:docMk/>
          <pc:sldMk cId="660144231" sldId="262"/>
        </pc:sldMkLst>
        <pc:spChg chg="del">
          <ac:chgData name="Pedro Henrique Souza Cavalcante" userId="a64b04a4-2090-458b-8074-61840e8d049b" providerId="ADAL" clId="{F273DC4B-40B5-4879-BDCB-8BE7078578EC}" dt="2024-02-23T16:45:55.224" v="2716" actId="478"/>
          <ac:spMkLst>
            <pc:docMk/>
            <pc:sldMk cId="660144231" sldId="262"/>
            <ac:spMk id="2" creationId="{48E6C2D3-D96D-C18A-A543-2AB423E5568E}"/>
          </ac:spMkLst>
        </pc:spChg>
        <pc:spChg chg="del">
          <ac:chgData name="Pedro Henrique Souza Cavalcante" userId="a64b04a4-2090-458b-8074-61840e8d049b" providerId="ADAL" clId="{F273DC4B-40B5-4879-BDCB-8BE7078578EC}" dt="2024-02-23T16:45:55.224" v="2716" actId="478"/>
          <ac:spMkLst>
            <pc:docMk/>
            <pc:sldMk cId="660144231" sldId="262"/>
            <ac:spMk id="3" creationId="{EB3D3BC2-93BD-1A29-8FE9-9A88D2B64315}"/>
          </ac:spMkLst>
        </pc:spChg>
      </pc:sldChg>
    </pc:docChg>
  </pc:docChgLst>
  <pc:docChgLst>
    <pc:chgData name="Pedro Henrique Souza Cavalcante" userId="a64b04a4-2090-458b-8074-61840e8d049b" providerId="ADAL" clId="{BB8FA799-2555-4FC2-B0D4-F98E514F7F95}"/>
    <pc:docChg chg="undo custSel modSld">
      <pc:chgData name="Pedro Henrique Souza Cavalcante" userId="a64b04a4-2090-458b-8074-61840e8d049b" providerId="ADAL" clId="{BB8FA799-2555-4FC2-B0D4-F98E514F7F95}" dt="2024-04-17T12:17:49.739" v="58" actId="1076"/>
      <pc:docMkLst>
        <pc:docMk/>
      </pc:docMkLst>
      <pc:sldChg chg="addSp modSp mod">
        <pc:chgData name="Pedro Henrique Souza Cavalcante" userId="a64b04a4-2090-458b-8074-61840e8d049b" providerId="ADAL" clId="{BB8FA799-2555-4FC2-B0D4-F98E514F7F95}" dt="2024-04-16T17:28:26.085" v="49" actId="14100"/>
        <pc:sldMkLst>
          <pc:docMk/>
          <pc:sldMk cId="4230809975" sldId="259"/>
        </pc:sldMkLst>
        <pc:spChg chg="mod">
          <ac:chgData name="Pedro Henrique Souza Cavalcante" userId="a64b04a4-2090-458b-8074-61840e8d049b" providerId="ADAL" clId="{BB8FA799-2555-4FC2-B0D4-F98E514F7F95}" dt="2024-04-16T17:01:41.291" v="32" actId="14100"/>
          <ac:spMkLst>
            <pc:docMk/>
            <pc:sldMk cId="4230809975" sldId="259"/>
            <ac:spMk id="4" creationId="{EAA44003-256E-14E3-BA66-C4A236578140}"/>
          </ac:spMkLst>
        </pc:spChg>
        <pc:spChg chg="mod">
          <ac:chgData name="Pedro Henrique Souza Cavalcante" userId="a64b04a4-2090-458b-8074-61840e8d049b" providerId="ADAL" clId="{BB8FA799-2555-4FC2-B0D4-F98E514F7F95}" dt="2024-04-16T17:01:41.291" v="32" actId="14100"/>
          <ac:spMkLst>
            <pc:docMk/>
            <pc:sldMk cId="4230809975" sldId="259"/>
            <ac:spMk id="5" creationId="{26CD6C99-AB4C-777E-8715-99AAEA09E0FF}"/>
          </ac:spMkLst>
        </pc:spChg>
        <pc:spChg chg="mod">
          <ac:chgData name="Pedro Henrique Souza Cavalcante" userId="a64b04a4-2090-458b-8074-61840e8d049b" providerId="ADAL" clId="{BB8FA799-2555-4FC2-B0D4-F98E514F7F95}" dt="2024-04-16T17:01:41.291" v="32" actId="14100"/>
          <ac:spMkLst>
            <pc:docMk/>
            <pc:sldMk cId="4230809975" sldId="259"/>
            <ac:spMk id="6" creationId="{25F381D1-8BAF-37EA-1377-46DD608B9BD4}"/>
          </ac:spMkLst>
        </pc:spChg>
        <pc:spChg chg="mod">
          <ac:chgData name="Pedro Henrique Souza Cavalcante" userId="a64b04a4-2090-458b-8074-61840e8d049b" providerId="ADAL" clId="{BB8FA799-2555-4FC2-B0D4-F98E514F7F95}" dt="2024-04-16T17:01:41.291" v="32" actId="14100"/>
          <ac:spMkLst>
            <pc:docMk/>
            <pc:sldMk cId="4230809975" sldId="259"/>
            <ac:spMk id="12" creationId="{C89E1052-243A-7126-0B07-1A841CA89336}"/>
          </ac:spMkLst>
        </pc:spChg>
        <pc:spChg chg="mod">
          <ac:chgData name="Pedro Henrique Souza Cavalcante" userId="a64b04a4-2090-458b-8074-61840e8d049b" providerId="ADAL" clId="{BB8FA799-2555-4FC2-B0D4-F98E514F7F95}" dt="2024-04-16T17:01:41.291" v="32" actId="14100"/>
          <ac:spMkLst>
            <pc:docMk/>
            <pc:sldMk cId="4230809975" sldId="259"/>
            <ac:spMk id="14" creationId="{0EBF21D7-B524-DF25-B4DA-D99BFBA07BB7}"/>
          </ac:spMkLst>
        </pc:spChg>
        <pc:spChg chg="mod">
          <ac:chgData name="Pedro Henrique Souza Cavalcante" userId="a64b04a4-2090-458b-8074-61840e8d049b" providerId="ADAL" clId="{BB8FA799-2555-4FC2-B0D4-F98E514F7F95}" dt="2024-04-16T17:01:41.291" v="32" actId="14100"/>
          <ac:spMkLst>
            <pc:docMk/>
            <pc:sldMk cId="4230809975" sldId="259"/>
            <ac:spMk id="15" creationId="{271977E4-E254-32A7-306C-7D18613C1C48}"/>
          </ac:spMkLst>
        </pc:spChg>
        <pc:spChg chg="mod">
          <ac:chgData name="Pedro Henrique Souza Cavalcante" userId="a64b04a4-2090-458b-8074-61840e8d049b" providerId="ADAL" clId="{BB8FA799-2555-4FC2-B0D4-F98E514F7F95}" dt="2024-04-16T17:01:51.122" v="34" actId="14100"/>
          <ac:spMkLst>
            <pc:docMk/>
            <pc:sldMk cId="4230809975" sldId="259"/>
            <ac:spMk id="16" creationId="{3B004EDE-BF22-78EA-3DBA-05E8502661AA}"/>
          </ac:spMkLst>
        </pc:spChg>
        <pc:spChg chg="add mod">
          <ac:chgData name="Pedro Henrique Souza Cavalcante" userId="a64b04a4-2090-458b-8074-61840e8d049b" providerId="ADAL" clId="{BB8FA799-2555-4FC2-B0D4-F98E514F7F95}" dt="2024-04-16T17:01:41.291" v="32" actId="14100"/>
          <ac:spMkLst>
            <pc:docMk/>
            <pc:sldMk cId="4230809975" sldId="259"/>
            <ac:spMk id="17" creationId="{4B3D5EFF-7137-38CD-A122-5FE4347A39D7}"/>
          </ac:spMkLst>
        </pc:spChg>
        <pc:spChg chg="add mod">
          <ac:chgData name="Pedro Henrique Souza Cavalcante" userId="a64b04a4-2090-458b-8074-61840e8d049b" providerId="ADAL" clId="{BB8FA799-2555-4FC2-B0D4-F98E514F7F95}" dt="2024-04-16T17:28:23.541" v="48" actId="14100"/>
          <ac:spMkLst>
            <pc:docMk/>
            <pc:sldMk cId="4230809975" sldId="259"/>
            <ac:spMk id="18" creationId="{F3285A97-9422-0291-BB73-9008DDEAB7AC}"/>
          </ac:spMkLst>
        </pc:spChg>
        <pc:spChg chg="mod">
          <ac:chgData name="Pedro Henrique Souza Cavalcante" userId="a64b04a4-2090-458b-8074-61840e8d049b" providerId="ADAL" clId="{BB8FA799-2555-4FC2-B0D4-F98E514F7F95}" dt="2024-04-16T17:01:48.514" v="33" actId="14100"/>
          <ac:spMkLst>
            <pc:docMk/>
            <pc:sldMk cId="4230809975" sldId="259"/>
            <ac:spMk id="21" creationId="{D7D5A0F3-A1CB-6A15-6AB7-B8104585467F}"/>
          </ac:spMkLst>
        </pc:spChg>
        <pc:spChg chg="mod">
          <ac:chgData name="Pedro Henrique Souza Cavalcante" userId="a64b04a4-2090-458b-8074-61840e8d049b" providerId="ADAL" clId="{BB8FA799-2555-4FC2-B0D4-F98E514F7F95}" dt="2024-04-16T17:28:26.085" v="49" actId="14100"/>
          <ac:spMkLst>
            <pc:docMk/>
            <pc:sldMk cId="4230809975" sldId="259"/>
            <ac:spMk id="22" creationId="{66768CBF-E547-064A-8C75-2367FD453713}"/>
          </ac:spMkLst>
        </pc:spChg>
        <pc:spChg chg="mod">
          <ac:chgData name="Pedro Henrique Souza Cavalcante" userId="a64b04a4-2090-458b-8074-61840e8d049b" providerId="ADAL" clId="{BB8FA799-2555-4FC2-B0D4-F98E514F7F95}" dt="2024-04-16T17:02:33.202" v="39" actId="1076"/>
          <ac:spMkLst>
            <pc:docMk/>
            <pc:sldMk cId="4230809975" sldId="259"/>
            <ac:spMk id="23" creationId="{FF9EB150-7230-3A82-8183-A8AFD29B8D15}"/>
          </ac:spMkLst>
        </pc:spChg>
        <pc:spChg chg="mod">
          <ac:chgData name="Pedro Henrique Souza Cavalcante" userId="a64b04a4-2090-458b-8074-61840e8d049b" providerId="ADAL" clId="{BB8FA799-2555-4FC2-B0D4-F98E514F7F95}" dt="2024-04-16T17:02:09.843" v="38" actId="14100"/>
          <ac:spMkLst>
            <pc:docMk/>
            <pc:sldMk cId="4230809975" sldId="259"/>
            <ac:spMk id="24" creationId="{C81E1E6B-A92A-4A8B-1373-73B39CC2FD1A}"/>
          </ac:spMkLst>
        </pc:spChg>
        <pc:picChg chg="mod">
          <ac:chgData name="Pedro Henrique Souza Cavalcante" userId="a64b04a4-2090-458b-8074-61840e8d049b" providerId="ADAL" clId="{BB8FA799-2555-4FC2-B0D4-F98E514F7F95}" dt="2024-04-16T17:01:41.291" v="32" actId="14100"/>
          <ac:picMkLst>
            <pc:docMk/>
            <pc:sldMk cId="4230809975" sldId="259"/>
            <ac:picMk id="19" creationId="{D0A03640-27E0-928D-2216-A158C85F9A4D}"/>
          </ac:picMkLst>
        </pc:picChg>
      </pc:sldChg>
      <pc:sldChg chg="addSp modSp mod">
        <pc:chgData name="Pedro Henrique Souza Cavalcante" userId="a64b04a4-2090-458b-8074-61840e8d049b" providerId="ADAL" clId="{BB8FA799-2555-4FC2-B0D4-F98E514F7F95}" dt="2024-04-17T12:17:49.739" v="58" actId="1076"/>
        <pc:sldMkLst>
          <pc:docMk/>
          <pc:sldMk cId="2001083545" sldId="260"/>
        </pc:sldMkLst>
        <pc:spChg chg="mod">
          <ac:chgData name="Pedro Henrique Souza Cavalcante" userId="a64b04a4-2090-458b-8074-61840e8d049b" providerId="ADAL" clId="{BB8FA799-2555-4FC2-B0D4-F98E514F7F95}" dt="2024-04-17T12:17:34.378" v="56" actId="14100"/>
          <ac:spMkLst>
            <pc:docMk/>
            <pc:sldMk cId="2001083545" sldId="260"/>
            <ac:spMk id="10" creationId="{520D33BE-E2A8-1B39-B4CD-52F347CD7422}"/>
          </ac:spMkLst>
        </pc:spChg>
        <pc:spChg chg="add mod">
          <ac:chgData name="Pedro Henrique Souza Cavalcante" userId="a64b04a4-2090-458b-8074-61840e8d049b" providerId="ADAL" clId="{BB8FA799-2555-4FC2-B0D4-F98E514F7F95}" dt="2024-04-16T17:47:23.275" v="52" actId="14100"/>
          <ac:spMkLst>
            <pc:docMk/>
            <pc:sldMk cId="2001083545" sldId="260"/>
            <ac:spMk id="12" creationId="{DE74B928-0A08-3452-60AC-0FF56CB86556}"/>
          </ac:spMkLst>
        </pc:spChg>
        <pc:spChg chg="add mod">
          <ac:chgData name="Pedro Henrique Souza Cavalcante" userId="a64b04a4-2090-458b-8074-61840e8d049b" providerId="ADAL" clId="{BB8FA799-2555-4FC2-B0D4-F98E514F7F95}" dt="2024-04-17T12:17:49.739" v="58" actId="1076"/>
          <ac:spMkLst>
            <pc:docMk/>
            <pc:sldMk cId="2001083545" sldId="260"/>
            <ac:spMk id="15" creationId="{6EF10E0D-AF53-8885-B83D-A5AD74DFF856}"/>
          </ac:spMkLst>
        </pc:spChg>
      </pc:sldChg>
    </pc:docChg>
  </pc:docChgLst>
  <pc:docChgLst>
    <pc:chgData name="Pedro Henrique Souza Cavalcante" userId="a64b04a4-2090-458b-8074-61840e8d049b" providerId="ADAL" clId="{0FCF81E1-36D3-4F14-96A5-3A8C257DB87A}"/>
    <pc:docChg chg="undo custSel addSld modSld">
      <pc:chgData name="Pedro Henrique Souza Cavalcante" userId="a64b04a4-2090-458b-8074-61840e8d049b" providerId="ADAL" clId="{0FCF81E1-36D3-4F14-96A5-3A8C257DB87A}" dt="2024-08-26T14:38:07.652" v="313" actId="14100"/>
      <pc:docMkLst>
        <pc:docMk/>
      </pc:docMkLst>
      <pc:sldChg chg="modSp mod">
        <pc:chgData name="Pedro Henrique Souza Cavalcante" userId="a64b04a4-2090-458b-8074-61840e8d049b" providerId="ADAL" clId="{0FCF81E1-36D3-4F14-96A5-3A8C257DB87A}" dt="2024-08-23T12:15:49.668" v="92" actId="1076"/>
        <pc:sldMkLst>
          <pc:docMk/>
          <pc:sldMk cId="3484904015" sldId="256"/>
        </pc:sldMkLst>
        <pc:spChg chg="mod">
          <ac:chgData name="Pedro Henrique Souza Cavalcante" userId="a64b04a4-2090-458b-8074-61840e8d049b" providerId="ADAL" clId="{0FCF81E1-36D3-4F14-96A5-3A8C257DB87A}" dt="2024-08-23T12:13:51.503" v="88" actId="1076"/>
          <ac:spMkLst>
            <pc:docMk/>
            <pc:sldMk cId="3484904015" sldId="256"/>
            <ac:spMk id="4" creationId="{E890AA6F-53B7-7B66-A150-DBF48F753B09}"/>
          </ac:spMkLst>
        </pc:spChg>
        <pc:spChg chg="mod">
          <ac:chgData name="Pedro Henrique Souza Cavalcante" userId="a64b04a4-2090-458b-8074-61840e8d049b" providerId="ADAL" clId="{0FCF81E1-36D3-4F14-96A5-3A8C257DB87A}" dt="2024-08-23T12:15:49.668" v="92" actId="1076"/>
          <ac:spMkLst>
            <pc:docMk/>
            <pc:sldMk cId="3484904015" sldId="256"/>
            <ac:spMk id="10" creationId="{EEA5B5E4-4D3D-0F94-B537-4764C442E4B1}"/>
          </ac:spMkLst>
        </pc:spChg>
      </pc:sldChg>
      <pc:sldChg chg="addSp delSp modSp mod">
        <pc:chgData name="Pedro Henrique Souza Cavalcante" userId="a64b04a4-2090-458b-8074-61840e8d049b" providerId="ADAL" clId="{0FCF81E1-36D3-4F14-96A5-3A8C257DB87A}" dt="2024-08-16T20:25:56.837" v="32" actId="1076"/>
        <pc:sldMkLst>
          <pc:docMk/>
          <pc:sldMk cId="2001083545" sldId="260"/>
        </pc:sldMkLst>
        <pc:spChg chg="mod">
          <ac:chgData name="Pedro Henrique Souza Cavalcante" userId="a64b04a4-2090-458b-8074-61840e8d049b" providerId="ADAL" clId="{0FCF81E1-36D3-4F14-96A5-3A8C257DB87A}" dt="2024-08-16T20:09:21.691" v="15" actId="207"/>
          <ac:spMkLst>
            <pc:docMk/>
            <pc:sldMk cId="2001083545" sldId="260"/>
            <ac:spMk id="4" creationId="{C938154A-E49B-DA15-5142-6237D4DAEDD1}"/>
          </ac:spMkLst>
        </pc:spChg>
        <pc:spChg chg="mod">
          <ac:chgData name="Pedro Henrique Souza Cavalcante" userId="a64b04a4-2090-458b-8074-61840e8d049b" providerId="ADAL" clId="{0FCF81E1-36D3-4F14-96A5-3A8C257DB87A}" dt="2024-08-16T20:25:56.837" v="32" actId="1076"/>
          <ac:spMkLst>
            <pc:docMk/>
            <pc:sldMk cId="2001083545" sldId="260"/>
            <ac:spMk id="7" creationId="{4C1C22FB-A3B5-3E29-761B-4367475AAB98}"/>
          </ac:spMkLst>
        </pc:spChg>
        <pc:spChg chg="del">
          <ac:chgData name="Pedro Henrique Souza Cavalcante" userId="a64b04a4-2090-458b-8074-61840e8d049b" providerId="ADAL" clId="{0FCF81E1-36D3-4F14-96A5-3A8C257DB87A}" dt="2024-08-16T20:10:00.655" v="16" actId="478"/>
          <ac:spMkLst>
            <pc:docMk/>
            <pc:sldMk cId="2001083545" sldId="260"/>
            <ac:spMk id="12" creationId="{DE74B928-0A08-3452-60AC-0FF56CB86556}"/>
          </ac:spMkLst>
        </pc:spChg>
        <pc:spChg chg="mod">
          <ac:chgData name="Pedro Henrique Souza Cavalcante" userId="a64b04a4-2090-458b-8074-61840e8d049b" providerId="ADAL" clId="{0FCF81E1-36D3-4F14-96A5-3A8C257DB87A}" dt="2024-08-16T20:25:53.101" v="30" actId="14100"/>
          <ac:spMkLst>
            <pc:docMk/>
            <pc:sldMk cId="2001083545" sldId="260"/>
            <ac:spMk id="18" creationId="{A1C208C5-AD79-7F92-95B3-1BF3F5E6CA41}"/>
          </ac:spMkLst>
        </pc:spChg>
        <pc:picChg chg="add mod">
          <ac:chgData name="Pedro Henrique Souza Cavalcante" userId="a64b04a4-2090-458b-8074-61840e8d049b" providerId="ADAL" clId="{0FCF81E1-36D3-4F14-96A5-3A8C257DB87A}" dt="2024-08-16T20:16:31.420" v="23" actId="14100"/>
          <ac:picMkLst>
            <pc:docMk/>
            <pc:sldMk cId="2001083545" sldId="260"/>
            <ac:picMk id="3" creationId="{5574A793-4590-2569-CD95-BA86B5B587EE}"/>
          </ac:picMkLst>
        </pc:picChg>
        <pc:picChg chg="del">
          <ac:chgData name="Pedro Henrique Souza Cavalcante" userId="a64b04a4-2090-458b-8074-61840e8d049b" providerId="ADAL" clId="{0FCF81E1-36D3-4F14-96A5-3A8C257DB87A}" dt="2024-08-16T20:16:21.069" v="21" actId="478"/>
          <ac:picMkLst>
            <pc:docMk/>
            <pc:sldMk cId="2001083545" sldId="260"/>
            <ac:picMk id="11" creationId="{3FC72E3F-E85C-DC12-422D-926D05C159A0}"/>
          </ac:picMkLst>
        </pc:picChg>
      </pc:sldChg>
      <pc:sldChg chg="addSp delSp modSp mod">
        <pc:chgData name="Pedro Henrique Souza Cavalcante" userId="a64b04a4-2090-458b-8074-61840e8d049b" providerId="ADAL" clId="{0FCF81E1-36D3-4F14-96A5-3A8C257DB87A}" dt="2024-08-23T12:23:45.679" v="106" actId="207"/>
        <pc:sldMkLst>
          <pc:docMk/>
          <pc:sldMk cId="2911345098" sldId="261"/>
        </pc:sldMkLst>
        <pc:spChg chg="add del mod">
          <ac:chgData name="Pedro Henrique Souza Cavalcante" userId="a64b04a4-2090-458b-8074-61840e8d049b" providerId="ADAL" clId="{0FCF81E1-36D3-4F14-96A5-3A8C257DB87A}" dt="2024-08-23T12:17:30.893" v="97" actId="478"/>
          <ac:spMkLst>
            <pc:docMk/>
            <pc:sldMk cId="2911345098" sldId="261"/>
            <ac:spMk id="2" creationId="{5F6C02CE-BBB9-7F67-E9A5-34B4A0915269}"/>
          </ac:spMkLst>
        </pc:spChg>
        <pc:spChg chg="del mod">
          <ac:chgData name="Pedro Henrique Souza Cavalcante" userId="a64b04a4-2090-458b-8074-61840e8d049b" providerId="ADAL" clId="{0FCF81E1-36D3-4F14-96A5-3A8C257DB87A}" dt="2024-08-23T12:14:03.957" v="89" actId="478"/>
          <ac:spMkLst>
            <pc:docMk/>
            <pc:sldMk cId="2911345098" sldId="261"/>
            <ac:spMk id="4" creationId="{730A6019-8F1F-B68B-F83B-762781644101}"/>
          </ac:spMkLst>
        </pc:spChg>
        <pc:spChg chg="del">
          <ac:chgData name="Pedro Henrique Souza Cavalcante" userId="a64b04a4-2090-458b-8074-61840e8d049b" providerId="ADAL" clId="{0FCF81E1-36D3-4F14-96A5-3A8C257DB87A}" dt="2024-08-23T12:17:30.893" v="97" actId="478"/>
          <ac:spMkLst>
            <pc:docMk/>
            <pc:sldMk cId="2911345098" sldId="261"/>
            <ac:spMk id="5" creationId="{1C9FF9BE-87E1-BF74-11C2-3FD37D070FF2}"/>
          </ac:spMkLst>
        </pc:spChg>
        <pc:spChg chg="del mod">
          <ac:chgData name="Pedro Henrique Souza Cavalcante" userId="a64b04a4-2090-458b-8074-61840e8d049b" providerId="ADAL" clId="{0FCF81E1-36D3-4F14-96A5-3A8C257DB87A}" dt="2024-08-23T12:17:30.893" v="97" actId="478"/>
          <ac:spMkLst>
            <pc:docMk/>
            <pc:sldMk cId="2911345098" sldId="261"/>
            <ac:spMk id="6" creationId="{821C22DF-D2D2-F358-47F2-57D2E2173D0B}"/>
          </ac:spMkLst>
        </pc:spChg>
        <pc:spChg chg="del mod">
          <ac:chgData name="Pedro Henrique Souza Cavalcante" userId="a64b04a4-2090-458b-8074-61840e8d049b" providerId="ADAL" clId="{0FCF81E1-36D3-4F14-96A5-3A8C257DB87A}" dt="2024-08-23T12:17:30.893" v="97" actId="478"/>
          <ac:spMkLst>
            <pc:docMk/>
            <pc:sldMk cId="2911345098" sldId="261"/>
            <ac:spMk id="7" creationId="{A35F6A65-03A8-DE31-9E0B-E59F01C71BA0}"/>
          </ac:spMkLst>
        </pc:spChg>
        <pc:spChg chg="del mod">
          <ac:chgData name="Pedro Henrique Souza Cavalcante" userId="a64b04a4-2090-458b-8074-61840e8d049b" providerId="ADAL" clId="{0FCF81E1-36D3-4F14-96A5-3A8C257DB87A}" dt="2024-08-23T12:17:30.893" v="97" actId="478"/>
          <ac:spMkLst>
            <pc:docMk/>
            <pc:sldMk cId="2911345098" sldId="261"/>
            <ac:spMk id="8" creationId="{54029F25-6BF4-6FBE-C6CF-F4955CFEA35E}"/>
          </ac:spMkLst>
        </pc:spChg>
        <pc:spChg chg="del mod">
          <ac:chgData name="Pedro Henrique Souza Cavalcante" userId="a64b04a4-2090-458b-8074-61840e8d049b" providerId="ADAL" clId="{0FCF81E1-36D3-4F14-96A5-3A8C257DB87A}" dt="2024-08-23T12:17:30.893" v="97" actId="478"/>
          <ac:spMkLst>
            <pc:docMk/>
            <pc:sldMk cId="2911345098" sldId="261"/>
            <ac:spMk id="9" creationId="{3280CE1B-022D-8105-6A89-65084D6DEE22}"/>
          </ac:spMkLst>
        </pc:spChg>
        <pc:spChg chg="add mod">
          <ac:chgData name="Pedro Henrique Souza Cavalcante" userId="a64b04a4-2090-458b-8074-61840e8d049b" providerId="ADAL" clId="{0FCF81E1-36D3-4F14-96A5-3A8C257DB87A}" dt="2024-08-23T12:21:47.133" v="104" actId="207"/>
          <ac:spMkLst>
            <pc:docMk/>
            <pc:sldMk cId="2911345098" sldId="261"/>
            <ac:spMk id="12" creationId="{70E9B240-D129-E3E0-961E-8A32EFB93AB4}"/>
          </ac:spMkLst>
        </pc:spChg>
        <pc:spChg chg="add mod">
          <ac:chgData name="Pedro Henrique Souza Cavalcante" userId="a64b04a4-2090-458b-8074-61840e8d049b" providerId="ADAL" clId="{0FCF81E1-36D3-4F14-96A5-3A8C257DB87A}" dt="2024-08-23T12:21:33.798" v="103" actId="207"/>
          <ac:spMkLst>
            <pc:docMk/>
            <pc:sldMk cId="2911345098" sldId="261"/>
            <ac:spMk id="13" creationId="{01679E1A-445F-01D3-86D4-DEB13C36D7BA}"/>
          </ac:spMkLst>
        </pc:spChg>
        <pc:spChg chg="add mod">
          <ac:chgData name="Pedro Henrique Souza Cavalcante" userId="a64b04a4-2090-458b-8074-61840e8d049b" providerId="ADAL" clId="{0FCF81E1-36D3-4F14-96A5-3A8C257DB87A}" dt="2024-08-23T12:23:45.679" v="106" actId="207"/>
          <ac:spMkLst>
            <pc:docMk/>
            <pc:sldMk cId="2911345098" sldId="261"/>
            <ac:spMk id="14" creationId="{9B4A0CAA-C71E-F743-15C4-976130492766}"/>
          </ac:spMkLst>
        </pc:spChg>
        <pc:spChg chg="add mod">
          <ac:chgData name="Pedro Henrique Souza Cavalcante" userId="a64b04a4-2090-458b-8074-61840e8d049b" providerId="ADAL" clId="{0FCF81E1-36D3-4F14-96A5-3A8C257DB87A}" dt="2024-08-23T12:23:33.382" v="105" actId="207"/>
          <ac:spMkLst>
            <pc:docMk/>
            <pc:sldMk cId="2911345098" sldId="261"/>
            <ac:spMk id="15" creationId="{7600986B-42AA-560B-F773-F45EB7A9BBD1}"/>
          </ac:spMkLst>
        </pc:spChg>
        <pc:spChg chg="add mod">
          <ac:chgData name="Pedro Henrique Souza Cavalcante" userId="a64b04a4-2090-458b-8074-61840e8d049b" providerId="ADAL" clId="{0FCF81E1-36D3-4F14-96A5-3A8C257DB87A}" dt="2024-08-23T12:23:45.679" v="106" actId="207"/>
          <ac:spMkLst>
            <pc:docMk/>
            <pc:sldMk cId="2911345098" sldId="261"/>
            <ac:spMk id="16" creationId="{FBA08315-8012-1650-8445-9061F6333C8E}"/>
          </ac:spMkLst>
        </pc:spChg>
        <pc:spChg chg="add mod">
          <ac:chgData name="Pedro Henrique Souza Cavalcante" userId="a64b04a4-2090-458b-8074-61840e8d049b" providerId="ADAL" clId="{0FCF81E1-36D3-4F14-96A5-3A8C257DB87A}" dt="2024-08-23T12:23:45.679" v="106" actId="207"/>
          <ac:spMkLst>
            <pc:docMk/>
            <pc:sldMk cId="2911345098" sldId="261"/>
            <ac:spMk id="17" creationId="{B9F403E4-BECA-ED70-FF6C-3EBEF15C1663}"/>
          </ac:spMkLst>
        </pc:spChg>
        <pc:picChg chg="del">
          <ac:chgData name="Pedro Henrique Souza Cavalcante" userId="a64b04a4-2090-458b-8074-61840e8d049b" providerId="ADAL" clId="{0FCF81E1-36D3-4F14-96A5-3A8C257DB87A}" dt="2024-08-19T19:31:38.358" v="86" actId="478"/>
          <ac:picMkLst>
            <pc:docMk/>
            <pc:sldMk cId="2911345098" sldId="261"/>
            <ac:picMk id="10" creationId="{830313BC-5E50-5AA6-2CB2-06BBBB0AE24C}"/>
          </ac:picMkLst>
        </pc:picChg>
        <pc:picChg chg="add mod">
          <ac:chgData name="Pedro Henrique Souza Cavalcante" userId="a64b04a4-2090-458b-8074-61840e8d049b" providerId="ADAL" clId="{0FCF81E1-36D3-4F14-96A5-3A8C257DB87A}" dt="2024-08-23T12:18:12.615" v="100" actId="962"/>
          <ac:picMkLst>
            <pc:docMk/>
            <pc:sldMk cId="2911345098" sldId="261"/>
            <ac:picMk id="10" creationId="{AC33ADA2-D8F7-9FF2-8B79-7CD8B4194940}"/>
          </ac:picMkLst>
        </pc:picChg>
        <pc:picChg chg="add del mod">
          <ac:chgData name="Pedro Henrique Souza Cavalcante" userId="a64b04a4-2090-458b-8074-61840e8d049b" providerId="ADAL" clId="{0FCF81E1-36D3-4F14-96A5-3A8C257DB87A}" dt="2024-08-23T12:14:14.206" v="90" actId="478"/>
          <ac:picMkLst>
            <pc:docMk/>
            <pc:sldMk cId="2911345098" sldId="261"/>
            <ac:picMk id="11" creationId="{885B6439-B953-0FAB-F20F-5075E1C2F2D5}"/>
          </ac:picMkLst>
        </pc:picChg>
      </pc:sldChg>
      <pc:sldChg chg="addSp delSp modSp mod">
        <pc:chgData name="Pedro Henrique Souza Cavalcante" userId="a64b04a4-2090-458b-8074-61840e8d049b" providerId="ADAL" clId="{0FCF81E1-36D3-4F14-96A5-3A8C257DB87A}" dt="2024-08-16T20:17:04.095" v="27"/>
        <pc:sldMkLst>
          <pc:docMk/>
          <pc:sldMk cId="660144231" sldId="262"/>
        </pc:sldMkLst>
        <pc:spChg chg="add mod">
          <ac:chgData name="Pedro Henrique Souza Cavalcante" userId="a64b04a4-2090-458b-8074-61840e8d049b" providerId="ADAL" clId="{0FCF81E1-36D3-4F14-96A5-3A8C257DB87A}" dt="2024-08-16T19:51:58.809" v="7" actId="207"/>
          <ac:spMkLst>
            <pc:docMk/>
            <pc:sldMk cId="660144231" sldId="262"/>
            <ac:spMk id="2" creationId="{DD258F3F-8E09-5A19-AB80-1A80A752ADE2}"/>
          </ac:spMkLst>
        </pc:spChg>
        <pc:spChg chg="add mod">
          <ac:chgData name="Pedro Henrique Souza Cavalcante" userId="a64b04a4-2090-458b-8074-61840e8d049b" providerId="ADAL" clId="{0FCF81E1-36D3-4F14-96A5-3A8C257DB87A}" dt="2024-08-16T19:47:37.571" v="0"/>
          <ac:spMkLst>
            <pc:docMk/>
            <pc:sldMk cId="660144231" sldId="262"/>
            <ac:spMk id="3" creationId="{22115093-E33D-6CDC-DAAE-7B7F52139EF4}"/>
          </ac:spMkLst>
        </pc:spChg>
        <pc:spChg chg="add mod">
          <ac:chgData name="Pedro Henrique Souza Cavalcante" userId="a64b04a4-2090-458b-8074-61840e8d049b" providerId="ADAL" clId="{0FCF81E1-36D3-4F14-96A5-3A8C257DB87A}" dt="2024-08-16T19:47:37.571" v="0"/>
          <ac:spMkLst>
            <pc:docMk/>
            <pc:sldMk cId="660144231" sldId="262"/>
            <ac:spMk id="4" creationId="{8ECEFC2D-ADA8-8CD2-6A63-1A45486A1F8E}"/>
          </ac:spMkLst>
        </pc:spChg>
        <pc:spChg chg="add mod">
          <ac:chgData name="Pedro Henrique Souza Cavalcante" userId="a64b04a4-2090-458b-8074-61840e8d049b" providerId="ADAL" clId="{0FCF81E1-36D3-4F14-96A5-3A8C257DB87A}" dt="2024-08-16T19:47:37.571" v="0"/>
          <ac:spMkLst>
            <pc:docMk/>
            <pc:sldMk cId="660144231" sldId="262"/>
            <ac:spMk id="5" creationId="{875CD273-F9C2-6AF3-EBCD-F1CB1C0EBD21}"/>
          </ac:spMkLst>
        </pc:spChg>
        <pc:spChg chg="add mod">
          <ac:chgData name="Pedro Henrique Souza Cavalcante" userId="a64b04a4-2090-458b-8074-61840e8d049b" providerId="ADAL" clId="{0FCF81E1-36D3-4F14-96A5-3A8C257DB87A}" dt="2024-08-16T19:47:37.571" v="0"/>
          <ac:spMkLst>
            <pc:docMk/>
            <pc:sldMk cId="660144231" sldId="262"/>
            <ac:spMk id="6" creationId="{4762589E-4F76-7E54-C323-72FE59147298}"/>
          </ac:spMkLst>
        </pc:spChg>
        <pc:spChg chg="add mod">
          <ac:chgData name="Pedro Henrique Souza Cavalcante" userId="a64b04a4-2090-458b-8074-61840e8d049b" providerId="ADAL" clId="{0FCF81E1-36D3-4F14-96A5-3A8C257DB87A}" dt="2024-08-16T19:47:37.571" v="0"/>
          <ac:spMkLst>
            <pc:docMk/>
            <pc:sldMk cId="660144231" sldId="262"/>
            <ac:spMk id="7" creationId="{3DAD64F9-D653-BCDA-A98A-4C3398EFF488}"/>
          </ac:spMkLst>
        </pc:spChg>
        <pc:spChg chg="add mod">
          <ac:chgData name="Pedro Henrique Souza Cavalcante" userId="a64b04a4-2090-458b-8074-61840e8d049b" providerId="ADAL" clId="{0FCF81E1-36D3-4F14-96A5-3A8C257DB87A}" dt="2024-08-16T19:53:21.591" v="14" actId="14100"/>
          <ac:spMkLst>
            <pc:docMk/>
            <pc:sldMk cId="660144231" sldId="262"/>
            <ac:spMk id="8" creationId="{DE818A9B-3665-0563-5380-8A6741531B39}"/>
          </ac:spMkLst>
        </pc:spChg>
        <pc:spChg chg="add mod">
          <ac:chgData name="Pedro Henrique Souza Cavalcante" userId="a64b04a4-2090-458b-8074-61840e8d049b" providerId="ADAL" clId="{0FCF81E1-36D3-4F14-96A5-3A8C257DB87A}" dt="2024-08-16T19:53:18.870" v="13" actId="14100"/>
          <ac:spMkLst>
            <pc:docMk/>
            <pc:sldMk cId="660144231" sldId="262"/>
            <ac:spMk id="10" creationId="{072275A1-CF6D-58CF-7D59-601D3786EAFD}"/>
          </ac:spMkLst>
        </pc:spChg>
        <pc:spChg chg="add del mod">
          <ac:chgData name="Pedro Henrique Souza Cavalcante" userId="a64b04a4-2090-458b-8074-61840e8d049b" providerId="ADAL" clId="{0FCF81E1-36D3-4F14-96A5-3A8C257DB87A}" dt="2024-08-16T20:16:58.847" v="26"/>
          <ac:spMkLst>
            <pc:docMk/>
            <pc:sldMk cId="660144231" sldId="262"/>
            <ac:spMk id="11" creationId="{10E00476-1166-8D9C-1037-0D273FBFF0B9}"/>
          </ac:spMkLst>
        </pc:spChg>
        <pc:spChg chg="add del mod">
          <ac:chgData name="Pedro Henrique Souza Cavalcante" userId="a64b04a4-2090-458b-8074-61840e8d049b" providerId="ADAL" clId="{0FCF81E1-36D3-4F14-96A5-3A8C257DB87A}" dt="2024-08-16T19:47:43.146" v="1" actId="478"/>
          <ac:spMkLst>
            <pc:docMk/>
            <pc:sldMk cId="660144231" sldId="262"/>
            <ac:spMk id="11" creationId="{450130DE-F568-F4CA-F57C-3C5D61C0131B}"/>
          </ac:spMkLst>
        </pc:spChg>
        <pc:spChg chg="add mod">
          <ac:chgData name="Pedro Henrique Souza Cavalcante" userId="a64b04a4-2090-458b-8074-61840e8d049b" providerId="ADAL" clId="{0FCF81E1-36D3-4F14-96A5-3A8C257DB87A}" dt="2024-08-16T19:53:10.142" v="11" actId="14100"/>
          <ac:spMkLst>
            <pc:docMk/>
            <pc:sldMk cId="660144231" sldId="262"/>
            <ac:spMk id="12" creationId="{4D9CCC3E-F966-E7DF-E90F-0386F8FE422C}"/>
          </ac:spMkLst>
        </pc:spChg>
        <pc:spChg chg="add mod">
          <ac:chgData name="Pedro Henrique Souza Cavalcante" userId="a64b04a4-2090-458b-8074-61840e8d049b" providerId="ADAL" clId="{0FCF81E1-36D3-4F14-96A5-3A8C257DB87A}" dt="2024-08-16T19:53:05.855" v="10" actId="14100"/>
          <ac:spMkLst>
            <pc:docMk/>
            <pc:sldMk cId="660144231" sldId="262"/>
            <ac:spMk id="13" creationId="{88ABEF00-2937-6CE2-70C1-9EC21702DD82}"/>
          </ac:spMkLst>
        </pc:spChg>
        <pc:spChg chg="add mod">
          <ac:chgData name="Pedro Henrique Souza Cavalcante" userId="a64b04a4-2090-458b-8074-61840e8d049b" providerId="ADAL" clId="{0FCF81E1-36D3-4F14-96A5-3A8C257DB87A}" dt="2024-08-16T19:47:37.571" v="0"/>
          <ac:spMkLst>
            <pc:docMk/>
            <pc:sldMk cId="660144231" sldId="262"/>
            <ac:spMk id="14" creationId="{3377FAD9-E02D-BEF5-9692-9CFA7F502C34}"/>
          </ac:spMkLst>
        </pc:spChg>
        <pc:spChg chg="add mod">
          <ac:chgData name="Pedro Henrique Souza Cavalcante" userId="a64b04a4-2090-458b-8074-61840e8d049b" providerId="ADAL" clId="{0FCF81E1-36D3-4F14-96A5-3A8C257DB87A}" dt="2024-08-16T19:53:14.222" v="12" actId="14100"/>
          <ac:spMkLst>
            <pc:docMk/>
            <pc:sldMk cId="660144231" sldId="262"/>
            <ac:spMk id="15" creationId="{B3F0C992-947B-130E-D44C-61CBEC7CA9A0}"/>
          </ac:spMkLst>
        </pc:spChg>
        <pc:spChg chg="add del mod">
          <ac:chgData name="Pedro Henrique Souza Cavalcante" userId="a64b04a4-2090-458b-8074-61840e8d049b" providerId="ADAL" clId="{0FCF81E1-36D3-4F14-96A5-3A8C257DB87A}" dt="2024-08-16T20:16:58.847" v="26"/>
          <ac:spMkLst>
            <pc:docMk/>
            <pc:sldMk cId="660144231" sldId="262"/>
            <ac:spMk id="16" creationId="{30E20978-95F9-18AF-B892-47D5E371658D}"/>
          </ac:spMkLst>
        </pc:spChg>
        <pc:spChg chg="add del mod">
          <ac:chgData name="Pedro Henrique Souza Cavalcante" userId="a64b04a4-2090-458b-8074-61840e8d049b" providerId="ADAL" clId="{0FCF81E1-36D3-4F14-96A5-3A8C257DB87A}" dt="2024-08-16T20:16:58.847" v="26"/>
          <ac:spMkLst>
            <pc:docMk/>
            <pc:sldMk cId="660144231" sldId="262"/>
            <ac:spMk id="17" creationId="{9B6655B8-79DE-DE7B-BE33-0736114D97C6}"/>
          </ac:spMkLst>
        </pc:spChg>
        <pc:spChg chg="add del mod">
          <ac:chgData name="Pedro Henrique Souza Cavalcante" userId="a64b04a4-2090-458b-8074-61840e8d049b" providerId="ADAL" clId="{0FCF81E1-36D3-4F14-96A5-3A8C257DB87A}" dt="2024-08-16T20:16:58.847" v="26"/>
          <ac:spMkLst>
            <pc:docMk/>
            <pc:sldMk cId="660144231" sldId="262"/>
            <ac:spMk id="18" creationId="{7060BA50-CA24-9129-CD55-9CEB7DE0C8D4}"/>
          </ac:spMkLst>
        </pc:spChg>
        <pc:spChg chg="add del mod">
          <ac:chgData name="Pedro Henrique Souza Cavalcante" userId="a64b04a4-2090-458b-8074-61840e8d049b" providerId="ADAL" clId="{0FCF81E1-36D3-4F14-96A5-3A8C257DB87A}" dt="2024-08-16T20:16:58.847" v="26"/>
          <ac:spMkLst>
            <pc:docMk/>
            <pc:sldMk cId="660144231" sldId="262"/>
            <ac:spMk id="19" creationId="{23F9D5B2-B1A6-D117-921B-208289C54F2D}"/>
          </ac:spMkLst>
        </pc:spChg>
        <pc:spChg chg="add del mod">
          <ac:chgData name="Pedro Henrique Souza Cavalcante" userId="a64b04a4-2090-458b-8074-61840e8d049b" providerId="ADAL" clId="{0FCF81E1-36D3-4F14-96A5-3A8C257DB87A}" dt="2024-08-16T20:16:58.847" v="26"/>
          <ac:spMkLst>
            <pc:docMk/>
            <pc:sldMk cId="660144231" sldId="262"/>
            <ac:spMk id="20" creationId="{4F4DC0E0-CC1F-07C2-331F-54DCD9A97BF3}"/>
          </ac:spMkLst>
        </pc:spChg>
        <pc:spChg chg="add del mod">
          <ac:chgData name="Pedro Henrique Souza Cavalcante" userId="a64b04a4-2090-458b-8074-61840e8d049b" providerId="ADAL" clId="{0FCF81E1-36D3-4F14-96A5-3A8C257DB87A}" dt="2024-08-16T20:16:58.847" v="26"/>
          <ac:spMkLst>
            <pc:docMk/>
            <pc:sldMk cId="660144231" sldId="262"/>
            <ac:spMk id="21" creationId="{7741F284-C731-F468-C685-6CCBA7E0E9E9}"/>
          </ac:spMkLst>
        </pc:spChg>
        <pc:spChg chg="add del mod">
          <ac:chgData name="Pedro Henrique Souza Cavalcante" userId="a64b04a4-2090-458b-8074-61840e8d049b" providerId="ADAL" clId="{0FCF81E1-36D3-4F14-96A5-3A8C257DB87A}" dt="2024-08-16T20:16:58.847" v="26"/>
          <ac:spMkLst>
            <pc:docMk/>
            <pc:sldMk cId="660144231" sldId="262"/>
            <ac:spMk id="22" creationId="{21382DD2-8CF9-7EC3-DF56-14CBEA675788}"/>
          </ac:spMkLst>
        </pc:spChg>
        <pc:spChg chg="add del mod">
          <ac:chgData name="Pedro Henrique Souza Cavalcante" userId="a64b04a4-2090-458b-8074-61840e8d049b" providerId="ADAL" clId="{0FCF81E1-36D3-4F14-96A5-3A8C257DB87A}" dt="2024-08-16T20:16:58.847" v="26"/>
          <ac:spMkLst>
            <pc:docMk/>
            <pc:sldMk cId="660144231" sldId="262"/>
            <ac:spMk id="23" creationId="{35BF675A-2903-4112-25B3-DE8939815AC1}"/>
          </ac:spMkLst>
        </pc:spChg>
        <pc:spChg chg="add del mod">
          <ac:chgData name="Pedro Henrique Souza Cavalcante" userId="a64b04a4-2090-458b-8074-61840e8d049b" providerId="ADAL" clId="{0FCF81E1-36D3-4F14-96A5-3A8C257DB87A}" dt="2024-08-16T20:16:58.847" v="26"/>
          <ac:spMkLst>
            <pc:docMk/>
            <pc:sldMk cId="660144231" sldId="262"/>
            <ac:spMk id="24" creationId="{10D5D1CD-B1D6-A074-8BB3-81E1139F4418}"/>
          </ac:spMkLst>
        </pc:spChg>
        <pc:picChg chg="add del mod">
          <ac:chgData name="Pedro Henrique Souza Cavalcante" userId="a64b04a4-2090-458b-8074-61840e8d049b" providerId="ADAL" clId="{0FCF81E1-36D3-4F14-96A5-3A8C257DB87A}" dt="2024-08-16T20:16:52.508" v="24" actId="478"/>
          <ac:picMkLst>
            <pc:docMk/>
            <pc:sldMk cId="660144231" sldId="262"/>
            <ac:picMk id="9" creationId="{2BF10201-B60F-BDEF-6271-09E7E6A50968}"/>
          </ac:picMkLst>
        </pc:picChg>
        <pc:picChg chg="add del mod">
          <ac:chgData name="Pedro Henrique Souza Cavalcante" userId="a64b04a4-2090-458b-8074-61840e8d049b" providerId="ADAL" clId="{0FCF81E1-36D3-4F14-96A5-3A8C257DB87A}" dt="2024-08-16T20:16:58.847" v="26"/>
          <ac:picMkLst>
            <pc:docMk/>
            <pc:sldMk cId="660144231" sldId="262"/>
            <ac:picMk id="25" creationId="{8F6CBA5B-B0B0-8552-8511-FBA004F30E6C}"/>
          </ac:picMkLst>
        </pc:picChg>
        <pc:picChg chg="add mod">
          <ac:chgData name="Pedro Henrique Souza Cavalcante" userId="a64b04a4-2090-458b-8074-61840e8d049b" providerId="ADAL" clId="{0FCF81E1-36D3-4F14-96A5-3A8C257DB87A}" dt="2024-08-16T20:17:04.095" v="27"/>
          <ac:picMkLst>
            <pc:docMk/>
            <pc:sldMk cId="660144231" sldId="262"/>
            <ac:picMk id="26" creationId="{B206376C-5CCE-DFAC-508D-BEA825E6261A}"/>
          </ac:picMkLst>
        </pc:picChg>
      </pc:sldChg>
      <pc:sldChg chg="addSp delSp modSp new mod">
        <pc:chgData name="Pedro Henrique Souza Cavalcante" userId="a64b04a4-2090-458b-8074-61840e8d049b" providerId="ADAL" clId="{0FCF81E1-36D3-4F14-96A5-3A8C257DB87A}" dt="2024-08-23T12:16:46.095" v="95"/>
        <pc:sldMkLst>
          <pc:docMk/>
          <pc:sldMk cId="2579042602" sldId="263"/>
        </pc:sldMkLst>
        <pc:spChg chg="del">
          <ac:chgData name="Pedro Henrique Souza Cavalcante" userId="a64b04a4-2090-458b-8074-61840e8d049b" providerId="ADAL" clId="{0FCF81E1-36D3-4F14-96A5-3A8C257DB87A}" dt="2024-08-23T12:16:45.613" v="94" actId="478"/>
          <ac:spMkLst>
            <pc:docMk/>
            <pc:sldMk cId="2579042602" sldId="263"/>
            <ac:spMk id="2" creationId="{5E91D239-3009-2173-C50B-537CEC055DE7}"/>
          </ac:spMkLst>
        </pc:spChg>
        <pc:spChg chg="del">
          <ac:chgData name="Pedro Henrique Souza Cavalcante" userId="a64b04a4-2090-458b-8074-61840e8d049b" providerId="ADAL" clId="{0FCF81E1-36D3-4F14-96A5-3A8C257DB87A}" dt="2024-08-23T12:16:45.613" v="94" actId="478"/>
          <ac:spMkLst>
            <pc:docMk/>
            <pc:sldMk cId="2579042602" sldId="263"/>
            <ac:spMk id="3" creationId="{2B4B2BD5-9F9E-E3AD-E0D2-0A274FAE4CB8}"/>
          </ac:spMkLst>
        </pc:spChg>
        <pc:spChg chg="add mod">
          <ac:chgData name="Pedro Henrique Souza Cavalcante" userId="a64b04a4-2090-458b-8074-61840e8d049b" providerId="ADAL" clId="{0FCF81E1-36D3-4F14-96A5-3A8C257DB87A}" dt="2024-08-23T12:16:46.095" v="95"/>
          <ac:spMkLst>
            <pc:docMk/>
            <pc:sldMk cId="2579042602" sldId="263"/>
            <ac:spMk id="4" creationId="{26F6041E-4D39-14AA-DDA9-1F060010E46F}"/>
          </ac:spMkLst>
        </pc:spChg>
        <pc:spChg chg="add mod">
          <ac:chgData name="Pedro Henrique Souza Cavalcante" userId="a64b04a4-2090-458b-8074-61840e8d049b" providerId="ADAL" clId="{0FCF81E1-36D3-4F14-96A5-3A8C257DB87A}" dt="2024-08-23T12:16:46.095" v="95"/>
          <ac:spMkLst>
            <pc:docMk/>
            <pc:sldMk cId="2579042602" sldId="263"/>
            <ac:spMk id="5" creationId="{D19F4032-FAB5-E8B9-AE5E-5559A20997AA}"/>
          </ac:spMkLst>
        </pc:spChg>
        <pc:spChg chg="add mod">
          <ac:chgData name="Pedro Henrique Souza Cavalcante" userId="a64b04a4-2090-458b-8074-61840e8d049b" providerId="ADAL" clId="{0FCF81E1-36D3-4F14-96A5-3A8C257DB87A}" dt="2024-08-23T12:16:46.095" v="95"/>
          <ac:spMkLst>
            <pc:docMk/>
            <pc:sldMk cId="2579042602" sldId="263"/>
            <ac:spMk id="6" creationId="{812B68C7-5CCF-1D22-38B6-E0CB9C493A86}"/>
          </ac:spMkLst>
        </pc:spChg>
        <pc:spChg chg="add mod">
          <ac:chgData name="Pedro Henrique Souza Cavalcante" userId="a64b04a4-2090-458b-8074-61840e8d049b" providerId="ADAL" clId="{0FCF81E1-36D3-4F14-96A5-3A8C257DB87A}" dt="2024-08-23T12:16:46.095" v="95"/>
          <ac:spMkLst>
            <pc:docMk/>
            <pc:sldMk cId="2579042602" sldId="263"/>
            <ac:spMk id="7" creationId="{B1790CDA-FEC8-BD2A-C0FB-2721789B4063}"/>
          </ac:spMkLst>
        </pc:spChg>
        <pc:spChg chg="add mod">
          <ac:chgData name="Pedro Henrique Souza Cavalcante" userId="a64b04a4-2090-458b-8074-61840e8d049b" providerId="ADAL" clId="{0FCF81E1-36D3-4F14-96A5-3A8C257DB87A}" dt="2024-08-23T12:16:46.095" v="95"/>
          <ac:spMkLst>
            <pc:docMk/>
            <pc:sldMk cId="2579042602" sldId="263"/>
            <ac:spMk id="8" creationId="{5A374E6F-080D-AEA0-4AB6-570C3C67BC85}"/>
          </ac:spMkLst>
        </pc:spChg>
        <pc:spChg chg="add mod">
          <ac:chgData name="Pedro Henrique Souza Cavalcante" userId="a64b04a4-2090-458b-8074-61840e8d049b" providerId="ADAL" clId="{0FCF81E1-36D3-4F14-96A5-3A8C257DB87A}" dt="2024-08-23T12:16:46.095" v="95"/>
          <ac:spMkLst>
            <pc:docMk/>
            <pc:sldMk cId="2579042602" sldId="263"/>
            <ac:spMk id="9" creationId="{6FEA682D-6E72-4D11-9417-D83F3BEC3FAA}"/>
          </ac:spMkLst>
        </pc:spChg>
      </pc:sldChg>
      <pc:sldChg chg="addSp delSp modSp new mod">
        <pc:chgData name="Pedro Henrique Souza Cavalcante" userId="a64b04a4-2090-458b-8074-61840e8d049b" providerId="ADAL" clId="{0FCF81E1-36D3-4F14-96A5-3A8C257DB87A}" dt="2024-08-26T14:38:07.652" v="313" actId="14100"/>
        <pc:sldMkLst>
          <pc:docMk/>
          <pc:sldMk cId="3646318184" sldId="264"/>
        </pc:sldMkLst>
        <pc:spChg chg="add mod">
          <ac:chgData name="Pedro Henrique Souza Cavalcante" userId="a64b04a4-2090-458b-8074-61840e8d049b" providerId="ADAL" clId="{0FCF81E1-36D3-4F14-96A5-3A8C257DB87A}" dt="2024-08-26T14:21:00.418" v="186" actId="207"/>
          <ac:spMkLst>
            <pc:docMk/>
            <pc:sldMk cId="3646318184" sldId="264"/>
            <ac:spMk id="2" creationId="{0CF5A520-9B1B-905B-15E3-6C9D3E9A0702}"/>
          </ac:spMkLst>
        </pc:spChg>
        <pc:spChg chg="del">
          <ac:chgData name="Pedro Henrique Souza Cavalcante" userId="a64b04a4-2090-458b-8074-61840e8d049b" providerId="ADAL" clId="{0FCF81E1-36D3-4F14-96A5-3A8C257DB87A}" dt="2024-08-23T12:31:35.318" v="108" actId="478"/>
          <ac:spMkLst>
            <pc:docMk/>
            <pc:sldMk cId="3646318184" sldId="264"/>
            <ac:spMk id="2" creationId="{5C45837D-BFB0-AC29-231A-846527CE19E4}"/>
          </ac:spMkLst>
        </pc:spChg>
        <pc:spChg chg="del">
          <ac:chgData name="Pedro Henrique Souza Cavalcante" userId="a64b04a4-2090-458b-8074-61840e8d049b" providerId="ADAL" clId="{0FCF81E1-36D3-4F14-96A5-3A8C257DB87A}" dt="2024-08-23T12:31:35.318" v="108" actId="478"/>
          <ac:spMkLst>
            <pc:docMk/>
            <pc:sldMk cId="3646318184" sldId="264"/>
            <ac:spMk id="3" creationId="{811FE99E-8FBC-63ED-3321-327A832B02FD}"/>
          </ac:spMkLst>
        </pc:spChg>
        <pc:spChg chg="add mod">
          <ac:chgData name="Pedro Henrique Souza Cavalcante" userId="a64b04a4-2090-458b-8074-61840e8d049b" providerId="ADAL" clId="{0FCF81E1-36D3-4F14-96A5-3A8C257DB87A}" dt="2024-08-26T14:21:03.619" v="187" actId="207"/>
          <ac:spMkLst>
            <pc:docMk/>
            <pc:sldMk cId="3646318184" sldId="264"/>
            <ac:spMk id="5" creationId="{993773A5-6602-74CF-9D0A-1DCE95631FB8}"/>
          </ac:spMkLst>
        </pc:spChg>
        <pc:spChg chg="add del mod">
          <ac:chgData name="Pedro Henrique Souza Cavalcante" userId="a64b04a4-2090-458b-8074-61840e8d049b" providerId="ADAL" clId="{0FCF81E1-36D3-4F14-96A5-3A8C257DB87A}" dt="2024-08-26T14:19:44.634" v="133"/>
          <ac:spMkLst>
            <pc:docMk/>
            <pc:sldMk cId="3646318184" sldId="264"/>
            <ac:spMk id="6" creationId="{B1D8E1CC-5246-E515-8FAE-35ECE98CEDAF}"/>
          </ac:spMkLst>
        </pc:spChg>
        <pc:spChg chg="add del mod">
          <ac:chgData name="Pedro Henrique Souza Cavalcante" userId="a64b04a4-2090-458b-8074-61840e8d049b" providerId="ADAL" clId="{0FCF81E1-36D3-4F14-96A5-3A8C257DB87A}" dt="2024-08-26T14:26:30.425" v="189" actId="478"/>
          <ac:spMkLst>
            <pc:docMk/>
            <pc:sldMk cId="3646318184" sldId="264"/>
            <ac:spMk id="7" creationId="{C69FDAEF-ABE0-89A0-E7BC-AD38BF8D4D3D}"/>
          </ac:spMkLst>
        </pc:spChg>
        <pc:spChg chg="add del mod">
          <ac:chgData name="Pedro Henrique Souza Cavalcante" userId="a64b04a4-2090-458b-8074-61840e8d049b" providerId="ADAL" clId="{0FCF81E1-36D3-4F14-96A5-3A8C257DB87A}" dt="2024-08-26T14:26:26.956" v="188" actId="478"/>
          <ac:spMkLst>
            <pc:docMk/>
            <pc:sldMk cId="3646318184" sldId="264"/>
            <ac:spMk id="8" creationId="{99F70C96-0A39-A71E-3325-642E6B207626}"/>
          </ac:spMkLst>
        </pc:spChg>
        <pc:spChg chg="add del mod">
          <ac:chgData name="Pedro Henrique Souza Cavalcante" userId="a64b04a4-2090-458b-8074-61840e8d049b" providerId="ADAL" clId="{0FCF81E1-36D3-4F14-96A5-3A8C257DB87A}" dt="2024-08-26T14:26:32.040" v="191" actId="478"/>
          <ac:spMkLst>
            <pc:docMk/>
            <pc:sldMk cId="3646318184" sldId="264"/>
            <ac:spMk id="9" creationId="{A4B0229B-B5FD-2C1C-2F13-6C9022ECE175}"/>
          </ac:spMkLst>
        </pc:spChg>
        <pc:spChg chg="add del mod">
          <ac:chgData name="Pedro Henrique Souza Cavalcante" userId="a64b04a4-2090-458b-8074-61840e8d049b" providerId="ADAL" clId="{0FCF81E1-36D3-4F14-96A5-3A8C257DB87A}" dt="2024-08-26T14:26:30.952" v="190" actId="478"/>
          <ac:spMkLst>
            <pc:docMk/>
            <pc:sldMk cId="3646318184" sldId="264"/>
            <ac:spMk id="10" creationId="{C1E8ADF8-035D-4874-531C-4C42AEB345FD}"/>
          </ac:spMkLst>
        </pc:spChg>
        <pc:spChg chg="add mod">
          <ac:chgData name="Pedro Henrique Souza Cavalcante" userId="a64b04a4-2090-458b-8074-61840e8d049b" providerId="ADAL" clId="{0FCF81E1-36D3-4F14-96A5-3A8C257DB87A}" dt="2024-08-26T14:38:07.652" v="313" actId="14100"/>
          <ac:spMkLst>
            <pc:docMk/>
            <pc:sldMk cId="3646318184" sldId="264"/>
            <ac:spMk id="18" creationId="{A000C820-EF88-AD8D-A967-96BD54B7BA5E}"/>
          </ac:spMkLst>
        </pc:spChg>
        <pc:spChg chg="add del mod">
          <ac:chgData name="Pedro Henrique Souza Cavalcante" userId="a64b04a4-2090-458b-8074-61840e8d049b" providerId="ADAL" clId="{0FCF81E1-36D3-4F14-96A5-3A8C257DB87A}" dt="2024-08-26T14:35:43.997" v="243"/>
          <ac:spMkLst>
            <pc:docMk/>
            <pc:sldMk cId="3646318184" sldId="264"/>
            <ac:spMk id="19" creationId="{3E1A8348-16B8-AD9A-C49A-709DE43490C4}"/>
          </ac:spMkLst>
        </pc:spChg>
        <pc:spChg chg="add mod">
          <ac:chgData name="Pedro Henrique Souza Cavalcante" userId="a64b04a4-2090-458b-8074-61840e8d049b" providerId="ADAL" clId="{0FCF81E1-36D3-4F14-96A5-3A8C257DB87A}" dt="2024-08-26T14:37:22.676" v="309" actId="1076"/>
          <ac:spMkLst>
            <pc:docMk/>
            <pc:sldMk cId="3646318184" sldId="264"/>
            <ac:spMk id="20" creationId="{53AFD231-4507-644C-4E76-A16BF19A0878}"/>
          </ac:spMkLst>
        </pc:spChg>
        <pc:spChg chg="add mod">
          <ac:chgData name="Pedro Henrique Souza Cavalcante" userId="a64b04a4-2090-458b-8074-61840e8d049b" providerId="ADAL" clId="{0FCF81E1-36D3-4F14-96A5-3A8C257DB87A}" dt="2024-08-26T14:36:28.374" v="270" actId="1076"/>
          <ac:spMkLst>
            <pc:docMk/>
            <pc:sldMk cId="3646318184" sldId="264"/>
            <ac:spMk id="21" creationId="{4FDF12B5-32DF-0ED7-3B44-5608DB010623}"/>
          </ac:spMkLst>
        </pc:spChg>
        <pc:picChg chg="add mod">
          <ac:chgData name="Pedro Henrique Souza Cavalcante" userId="a64b04a4-2090-458b-8074-61840e8d049b" providerId="ADAL" clId="{0FCF81E1-36D3-4F14-96A5-3A8C257DB87A}" dt="2024-08-23T12:31:36.701" v="109"/>
          <ac:picMkLst>
            <pc:docMk/>
            <pc:sldMk cId="3646318184" sldId="264"/>
            <ac:picMk id="4" creationId="{42A82E09-9A8A-0D22-B810-049D446E6316}"/>
          </ac:picMkLst>
        </pc:picChg>
        <pc:picChg chg="add mod">
          <ac:chgData name="Pedro Henrique Souza Cavalcante" userId="a64b04a4-2090-458b-8074-61840e8d049b" providerId="ADAL" clId="{0FCF81E1-36D3-4F14-96A5-3A8C257DB87A}" dt="2024-08-26T14:37:44.907" v="311" actId="1076"/>
          <ac:picMkLst>
            <pc:docMk/>
            <pc:sldMk cId="3646318184" sldId="264"/>
            <ac:picMk id="11" creationId="{E25EB7E7-A29B-B6FB-8326-D06F361BBE3E}"/>
          </ac:picMkLst>
        </pc:picChg>
        <pc:picChg chg="add mod">
          <ac:chgData name="Pedro Henrique Souza Cavalcante" userId="a64b04a4-2090-458b-8074-61840e8d049b" providerId="ADAL" clId="{0FCF81E1-36D3-4F14-96A5-3A8C257DB87A}" dt="2024-08-26T14:33:50.259" v="205" actId="1076"/>
          <ac:picMkLst>
            <pc:docMk/>
            <pc:sldMk cId="3646318184" sldId="264"/>
            <ac:picMk id="13" creationId="{CC5F61DB-DA2F-5262-3A8B-6B60997BF6A6}"/>
          </ac:picMkLst>
        </pc:picChg>
        <pc:picChg chg="add del mod">
          <ac:chgData name="Pedro Henrique Souza Cavalcante" userId="a64b04a4-2090-458b-8074-61840e8d049b" providerId="ADAL" clId="{0FCF81E1-36D3-4F14-96A5-3A8C257DB87A}" dt="2024-08-26T14:33:33.212" v="204" actId="478"/>
          <ac:picMkLst>
            <pc:docMk/>
            <pc:sldMk cId="3646318184" sldId="264"/>
            <ac:picMk id="15" creationId="{393730BF-8A8E-4C29-334C-92B1C6EE4947}"/>
          </ac:picMkLst>
        </pc:picChg>
        <pc:picChg chg="add mod">
          <ac:chgData name="Pedro Henrique Souza Cavalcante" userId="a64b04a4-2090-458b-8074-61840e8d049b" providerId="ADAL" clId="{0FCF81E1-36D3-4F14-96A5-3A8C257DB87A}" dt="2024-08-26T14:34:09.450" v="211" actId="1076"/>
          <ac:picMkLst>
            <pc:docMk/>
            <pc:sldMk cId="3646318184" sldId="264"/>
            <ac:picMk id="17" creationId="{7A6F066A-1E43-4BE7-EA47-D5D6AF701383}"/>
          </ac:picMkLst>
        </pc:picChg>
      </pc:sldChg>
      <pc:sldChg chg="addSp delSp modSp new mod">
        <pc:chgData name="Pedro Henrique Souza Cavalcante" userId="a64b04a4-2090-458b-8074-61840e8d049b" providerId="ADAL" clId="{0FCF81E1-36D3-4F14-96A5-3A8C257DB87A}" dt="2024-08-23T13:33:17.330" v="124" actId="1076"/>
        <pc:sldMkLst>
          <pc:docMk/>
          <pc:sldMk cId="2884990032" sldId="265"/>
        </pc:sldMkLst>
        <pc:spChg chg="del">
          <ac:chgData name="Pedro Henrique Souza Cavalcante" userId="a64b04a4-2090-458b-8074-61840e8d049b" providerId="ADAL" clId="{0FCF81E1-36D3-4F14-96A5-3A8C257DB87A}" dt="2024-08-23T13:31:20.692" v="111" actId="478"/>
          <ac:spMkLst>
            <pc:docMk/>
            <pc:sldMk cId="2884990032" sldId="265"/>
            <ac:spMk id="2" creationId="{78F513C4-9D16-1AAF-BD69-55DC06F66D22}"/>
          </ac:spMkLst>
        </pc:spChg>
        <pc:spChg chg="del">
          <ac:chgData name="Pedro Henrique Souza Cavalcante" userId="a64b04a4-2090-458b-8074-61840e8d049b" providerId="ADAL" clId="{0FCF81E1-36D3-4F14-96A5-3A8C257DB87A}" dt="2024-08-23T13:31:20.692" v="111" actId="478"/>
          <ac:spMkLst>
            <pc:docMk/>
            <pc:sldMk cId="2884990032" sldId="265"/>
            <ac:spMk id="3" creationId="{8E635DDF-CC01-DB20-112D-2DEF0165484C}"/>
          </ac:spMkLst>
        </pc:spChg>
        <pc:spChg chg="add mod">
          <ac:chgData name="Pedro Henrique Souza Cavalcante" userId="a64b04a4-2090-458b-8074-61840e8d049b" providerId="ADAL" clId="{0FCF81E1-36D3-4F14-96A5-3A8C257DB87A}" dt="2024-08-23T13:31:21.742" v="112"/>
          <ac:spMkLst>
            <pc:docMk/>
            <pc:sldMk cId="2884990032" sldId="265"/>
            <ac:spMk id="4" creationId="{FFB6C83E-A44B-804C-CFD2-F54E93D07D0F}"/>
          </ac:spMkLst>
        </pc:spChg>
        <pc:spChg chg="add mod">
          <ac:chgData name="Pedro Henrique Souza Cavalcante" userId="a64b04a4-2090-458b-8074-61840e8d049b" providerId="ADAL" clId="{0FCF81E1-36D3-4F14-96A5-3A8C257DB87A}" dt="2024-08-23T13:31:21.742" v="112"/>
          <ac:spMkLst>
            <pc:docMk/>
            <pc:sldMk cId="2884990032" sldId="265"/>
            <ac:spMk id="5" creationId="{A50F25EE-E0C7-AF20-C825-738625F7CA54}"/>
          </ac:spMkLst>
        </pc:spChg>
        <pc:spChg chg="add mod">
          <ac:chgData name="Pedro Henrique Souza Cavalcante" userId="a64b04a4-2090-458b-8074-61840e8d049b" providerId="ADAL" clId="{0FCF81E1-36D3-4F14-96A5-3A8C257DB87A}" dt="2024-08-23T13:31:21.742" v="112"/>
          <ac:spMkLst>
            <pc:docMk/>
            <pc:sldMk cId="2884990032" sldId="265"/>
            <ac:spMk id="6" creationId="{8CDAF0E4-E75F-8C52-46F8-412F2263BDF8}"/>
          </ac:spMkLst>
        </pc:spChg>
        <pc:spChg chg="add del mod">
          <ac:chgData name="Pedro Henrique Souza Cavalcante" userId="a64b04a4-2090-458b-8074-61840e8d049b" providerId="ADAL" clId="{0FCF81E1-36D3-4F14-96A5-3A8C257DB87A}" dt="2024-08-23T13:31:28.254" v="113" actId="478"/>
          <ac:spMkLst>
            <pc:docMk/>
            <pc:sldMk cId="2884990032" sldId="265"/>
            <ac:spMk id="7" creationId="{D6B43BAC-B785-2D09-E89F-8EF8A88B6B36}"/>
          </ac:spMkLst>
        </pc:spChg>
        <pc:spChg chg="add del mod">
          <ac:chgData name="Pedro Henrique Souza Cavalcante" userId="a64b04a4-2090-458b-8074-61840e8d049b" providerId="ADAL" clId="{0FCF81E1-36D3-4F14-96A5-3A8C257DB87A}" dt="2024-08-23T13:31:28.800" v="115" actId="478"/>
          <ac:spMkLst>
            <pc:docMk/>
            <pc:sldMk cId="2884990032" sldId="265"/>
            <ac:spMk id="8" creationId="{90059EFB-D7DF-C570-3EF9-FD60B70B28EB}"/>
          </ac:spMkLst>
        </pc:spChg>
        <pc:spChg chg="add del mod">
          <ac:chgData name="Pedro Henrique Souza Cavalcante" userId="a64b04a4-2090-458b-8074-61840e8d049b" providerId="ADAL" clId="{0FCF81E1-36D3-4F14-96A5-3A8C257DB87A}" dt="2024-08-23T13:31:29.447" v="116" actId="478"/>
          <ac:spMkLst>
            <pc:docMk/>
            <pc:sldMk cId="2884990032" sldId="265"/>
            <ac:spMk id="9" creationId="{4337D94D-4171-D919-CCC2-7BFFFF49848C}"/>
          </ac:spMkLst>
        </pc:spChg>
        <pc:spChg chg="add mod">
          <ac:chgData name="Pedro Henrique Souza Cavalcante" userId="a64b04a4-2090-458b-8074-61840e8d049b" providerId="ADAL" clId="{0FCF81E1-36D3-4F14-96A5-3A8C257DB87A}" dt="2024-08-23T13:31:21.742" v="112"/>
          <ac:spMkLst>
            <pc:docMk/>
            <pc:sldMk cId="2884990032" sldId="265"/>
            <ac:spMk id="10" creationId="{8F72B70F-8DB0-8F22-2306-FB8FE0B65A93}"/>
          </ac:spMkLst>
        </pc:spChg>
        <pc:spChg chg="add mod">
          <ac:chgData name="Pedro Henrique Souza Cavalcante" userId="a64b04a4-2090-458b-8074-61840e8d049b" providerId="ADAL" clId="{0FCF81E1-36D3-4F14-96A5-3A8C257DB87A}" dt="2024-08-23T13:31:47.940" v="123" actId="14100"/>
          <ac:spMkLst>
            <pc:docMk/>
            <pc:sldMk cId="2884990032" sldId="265"/>
            <ac:spMk id="11" creationId="{E4D0DE92-33C2-6ED9-5488-53E40319C337}"/>
          </ac:spMkLst>
        </pc:spChg>
        <pc:spChg chg="add del mod">
          <ac:chgData name="Pedro Henrique Souza Cavalcante" userId="a64b04a4-2090-458b-8074-61840e8d049b" providerId="ADAL" clId="{0FCF81E1-36D3-4F14-96A5-3A8C257DB87A}" dt="2024-08-23T13:31:39.454" v="121" actId="478"/>
          <ac:spMkLst>
            <pc:docMk/>
            <pc:sldMk cId="2884990032" sldId="265"/>
            <ac:spMk id="12" creationId="{92DCAEDD-D603-B0D4-129E-0816D66AE5E2}"/>
          </ac:spMkLst>
        </pc:spChg>
        <pc:spChg chg="add mod">
          <ac:chgData name="Pedro Henrique Souza Cavalcante" userId="a64b04a4-2090-458b-8074-61840e8d049b" providerId="ADAL" clId="{0FCF81E1-36D3-4F14-96A5-3A8C257DB87A}" dt="2024-08-23T13:31:43.244" v="122" actId="14100"/>
          <ac:spMkLst>
            <pc:docMk/>
            <pc:sldMk cId="2884990032" sldId="265"/>
            <ac:spMk id="13" creationId="{B09829CC-985F-4A81-F694-A3FF677AB24A}"/>
          </ac:spMkLst>
        </pc:spChg>
        <pc:spChg chg="add mod">
          <ac:chgData name="Pedro Henrique Souza Cavalcante" userId="a64b04a4-2090-458b-8074-61840e8d049b" providerId="ADAL" clId="{0FCF81E1-36D3-4F14-96A5-3A8C257DB87A}" dt="2024-08-23T13:33:17.330" v="124" actId="1076"/>
          <ac:spMkLst>
            <pc:docMk/>
            <pc:sldMk cId="2884990032" sldId="265"/>
            <ac:spMk id="14" creationId="{95AA8C45-7610-4580-43A7-3290F85E18E6}"/>
          </ac:spMkLst>
        </pc:spChg>
        <pc:spChg chg="add del mod">
          <ac:chgData name="Pedro Henrique Souza Cavalcante" userId="a64b04a4-2090-458b-8074-61840e8d049b" providerId="ADAL" clId="{0FCF81E1-36D3-4F14-96A5-3A8C257DB87A}" dt="2024-08-23T13:31:38.639" v="120" actId="478"/>
          <ac:spMkLst>
            <pc:docMk/>
            <pc:sldMk cId="2884990032" sldId="265"/>
            <ac:spMk id="15" creationId="{513E3CA6-CA44-8EAD-C516-1C0566A6CD37}"/>
          </ac:spMkLst>
        </pc:spChg>
        <pc:picChg chg="add mod">
          <ac:chgData name="Pedro Henrique Souza Cavalcante" userId="a64b04a4-2090-458b-8074-61840e8d049b" providerId="ADAL" clId="{0FCF81E1-36D3-4F14-96A5-3A8C257DB87A}" dt="2024-08-23T13:31:21.742" v="112"/>
          <ac:picMkLst>
            <pc:docMk/>
            <pc:sldMk cId="2884990032" sldId="265"/>
            <ac:picMk id="16" creationId="{10435BE8-3CF7-DA7E-E175-96320F05D99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E20836-653F-E578-A2EC-F40A01616B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88FA25-F62F-BC5E-83A5-0AC453F852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C54F78-3948-FDA0-997A-AADC4211E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E3726-9908-4C20-8119-B7667AF03A7E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D420701-70BA-4EC1-A6F7-D635F98C8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9E775D0-E6C1-F662-7335-63BB5718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9136C-64D1-47C2-858B-AA32D4A0D2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2328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9F1C07-0681-95D3-044B-BF99684B7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23C926-5FB8-8BAF-6747-0D0705D95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CB6102-5C6B-A878-50D5-8A548394A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E3726-9908-4C20-8119-B7667AF03A7E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990012-B9FE-3E7E-797F-1B2F52D61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6524E6E-BFD8-CCB1-2394-BDCDCE78F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9136C-64D1-47C2-858B-AA32D4A0D2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2719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75AAB0-782F-D1D6-221B-6825CC0B3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B54B2F1-2840-CCDA-D218-1B4E5DB4CA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54DE51-B670-B71D-E48D-AFF46A40B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E3726-9908-4C20-8119-B7667AF03A7E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B6593C-4782-DB4A-68B2-0191D0756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03CF66-2895-4A94-FBAD-6110CC298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9136C-64D1-47C2-858B-AA32D4A0D2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6073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CFBE88-1C5A-5899-98E4-22A709912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C82A6BC-DE08-1681-60CF-9C3DC3A29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E97640-517F-55BB-56DA-291BBA4688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2464211-B30A-4AB1-6B29-E5A1DBA1A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E3726-9908-4C20-8119-B7667AF03A7E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BA69F8A-6A68-BFF8-E4A0-88C8462CE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209940F-6571-8C1B-B788-03DBAE20D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9136C-64D1-47C2-858B-AA32D4A0D2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1098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F98874-E0A0-293B-BE5B-4D1B74EB8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01108AE-4231-6F93-0377-0D39903C80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3871F97-ED1D-7CEB-AB80-C13C09489F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4379E65-2466-3E01-2495-3151B037B7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8D70563-F287-EDBD-FAC5-CC1CFBC960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F9EB150-BC62-3151-492D-CE84EE213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E3726-9908-4C20-8119-B7667AF03A7E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8CD776B-81A2-1FB5-4CD2-072461684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8ADAC1E-E6D0-1A69-CB66-0619B4A04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9136C-64D1-47C2-858B-AA32D4A0D2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4979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87FD4C-8D3A-1ABD-5BE4-3B7FB8807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37FF4B1-3E8C-D207-D08B-D42A7A59D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E3726-9908-4C20-8119-B7667AF03A7E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593687D-3374-AFA3-AD6A-2D543C4F5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AE5EF6E-2255-15CC-1824-CE37D939C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9136C-64D1-47C2-858B-AA32D4A0D2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4641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FDCE66-C965-B71C-9850-BA218C9E0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E3726-9908-4C20-8119-B7667AF03A7E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54DA797-2F4E-34CC-E8CA-E4154B7C2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5EBB8C1-7881-B33A-1162-FDB0FCB62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9136C-64D1-47C2-858B-AA32D4A0D2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3076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641AA7-2B90-DF03-B607-615C0CF44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3D5BBF-FC0D-59CC-509D-AF17DD748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0DADA64-C3E1-F677-1DC3-3EC599E46B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C326EEA-70AD-A78B-2E13-17286D214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E3726-9908-4C20-8119-B7667AF03A7E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480AF72-E171-A729-8997-1612C7A0E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CEA072E-EA01-050D-2DF6-96146E68D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9136C-64D1-47C2-858B-AA32D4A0D2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3173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A978F0-E3AE-25C3-E4B7-E7A15C098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1AC0863-2C17-0917-56FD-E16AC04ADA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72CB76F-C956-BD61-2C00-F749056AD3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D15D72D-6BDC-6073-8063-5BE9859F9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E3726-9908-4C20-8119-B7667AF03A7E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F9A80D-2218-BDAE-51B9-B68548073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A9B711A-CCB1-271A-719E-102B5FB8A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9136C-64D1-47C2-858B-AA32D4A0D2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8896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FFFF8D-195D-44A5-E56B-C59940A4D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EE28C1C-F80D-FC64-2585-A8E4E46F8B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A58A62-2253-9C3A-DA0F-2BAF7B65A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E3726-9908-4C20-8119-B7667AF03A7E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8267432-6291-2F39-A890-5F44CE63E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47EB39-867B-FB04-A7EF-CA2558C00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9136C-64D1-47C2-858B-AA32D4A0D2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969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4751923-FA22-9889-0F87-708E93864A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AF1091A-381C-CB52-E116-805D213E5E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6642B0-066A-3B76-1AF6-785D5D790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E3726-9908-4C20-8119-B7667AF03A7E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37BA22-9956-6523-69F2-A25DB9A57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27C5A5-B324-3BEE-8BB4-A723C8BC4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9136C-64D1-47C2-858B-AA32D4A0D2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3137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3812C3A-1F6F-690D-D4C2-847C79656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591D2A4-7EC5-9BF3-5B49-343F74EC5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1E44D6-F417-170D-0690-C057BCF2F1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CE3726-9908-4C20-8119-B7667AF03A7E}" type="datetimeFigureOut">
              <a:rPr lang="pt-BR" smtClean="0"/>
              <a:t>05/06/2025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B8CB30-B053-D005-E078-9C6150DDBA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8A84EE-252C-69CE-0343-6BF2697204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89136C-64D1-47C2-858B-AA32D4A0D2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8254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6CD323E2-09D4-3AC2-EE23-E2C4C9E2BE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890AA6F-53B7-7B66-A150-DBF48F753B09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oundRect">
            <a:avLst>
              <a:gd name="adj" fmla="val 3306"/>
            </a:avLst>
          </a:prstGeom>
          <a:gradFill flip="none" rotWithShape="1">
            <a:gsLst>
              <a:gs pos="30000">
                <a:srgbClr val="0C0E22"/>
              </a:gs>
              <a:gs pos="64000">
                <a:srgbClr val="14134E"/>
              </a:gs>
              <a:gs pos="80000">
                <a:srgbClr val="1F2357"/>
              </a:gs>
            </a:gsLst>
            <a:lin ang="2700000" scaled="1"/>
            <a:tileRect/>
          </a:gradFill>
          <a:ln>
            <a:noFill/>
          </a:ln>
          <a:effectLst>
            <a:outerShdw blurRad="50800" dist="50800" dir="5400000" algn="ct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EA5B5E4-4D3D-0F94-B537-4764C442E4B1}"/>
              </a:ext>
            </a:extLst>
          </p:cNvPr>
          <p:cNvSpPr txBox="1"/>
          <p:nvPr/>
        </p:nvSpPr>
        <p:spPr>
          <a:xfrm>
            <a:off x="1808644" y="1073047"/>
            <a:ext cx="81624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dirty="0">
                <a:ln w="0"/>
                <a:solidFill>
                  <a:schemeClr val="bg1">
                    <a:lumMod val="75000"/>
                  </a:schemeClr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INTEGRAÇÃO DE ANÁLISES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73AD6A4-E75F-5A26-4700-96CAEE0A1B12}"/>
              </a:ext>
            </a:extLst>
          </p:cNvPr>
          <p:cNvSpPr txBox="1"/>
          <p:nvPr/>
        </p:nvSpPr>
        <p:spPr>
          <a:xfrm>
            <a:off x="3120041" y="319921"/>
            <a:ext cx="5539689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82550" h="38100" prst="coolSlant"/>
            </a:sp3d>
          </a:bodyPr>
          <a:lstStyle/>
          <a:p>
            <a:pPr algn="ctr"/>
            <a:r>
              <a:rPr lang="pt-BR" sz="4800" dirty="0">
                <a:ln w="0"/>
                <a:solidFill>
                  <a:schemeClr val="bg1">
                    <a:lumMod val="75000"/>
                  </a:schemeClr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DASHBOARD</a:t>
            </a:r>
            <a:endParaRPr lang="pt-BR" sz="4000" dirty="0">
              <a:ln w="0"/>
              <a:solidFill>
                <a:schemeClr val="bg1">
                  <a:lumMod val="75000"/>
                </a:schemeClr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D23273A0-98F9-244A-2013-3E19947AC45A}"/>
              </a:ext>
            </a:extLst>
          </p:cNvPr>
          <p:cNvSpPr/>
          <p:nvPr/>
        </p:nvSpPr>
        <p:spPr>
          <a:xfrm>
            <a:off x="4976573" y="3775086"/>
            <a:ext cx="1826623" cy="567299"/>
          </a:xfrm>
          <a:prstGeom prst="roundRect">
            <a:avLst/>
          </a:prstGeom>
          <a:solidFill>
            <a:srgbClr val="0C0E22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latin typeface="Orbitron" pitchFamily="2" charset="0"/>
              </a:rPr>
              <a:t>PRÉ- ANÁLISE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C5773101-899D-3831-4E92-05EA4035A6A9}"/>
              </a:ext>
            </a:extLst>
          </p:cNvPr>
          <p:cNvSpPr/>
          <p:nvPr/>
        </p:nvSpPr>
        <p:spPr>
          <a:xfrm>
            <a:off x="1502456" y="3771223"/>
            <a:ext cx="1826623" cy="567299"/>
          </a:xfrm>
          <a:prstGeom prst="roundRect">
            <a:avLst/>
          </a:prstGeom>
          <a:solidFill>
            <a:srgbClr val="0C0E22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latin typeface="Orbitron" pitchFamily="2" charset="0"/>
              </a:rPr>
              <a:t>ANÁLISE GERAL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167485C7-F7E0-9817-F6F8-7BB3702C8D11}"/>
              </a:ext>
            </a:extLst>
          </p:cNvPr>
          <p:cNvSpPr/>
          <p:nvPr/>
        </p:nvSpPr>
        <p:spPr>
          <a:xfrm>
            <a:off x="8450690" y="3771221"/>
            <a:ext cx="1826623" cy="567299"/>
          </a:xfrm>
          <a:prstGeom prst="roundRect">
            <a:avLst/>
          </a:prstGeom>
          <a:solidFill>
            <a:srgbClr val="0C0E22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latin typeface="Orbitron" pitchFamily="2" charset="0"/>
              </a:rPr>
              <a:t>ANÁLISE</a:t>
            </a:r>
          </a:p>
        </p:txBody>
      </p:sp>
      <p:pic>
        <p:nvPicPr>
          <p:cNvPr id="3" name="Imagem 2" descr="Logotipo&#10;&#10;Descrição gerada automaticamente com confiança média">
            <a:extLst>
              <a:ext uri="{FF2B5EF4-FFF2-40B4-BE49-F238E27FC236}">
                <a16:creationId xmlns:a16="http://schemas.microsoft.com/office/drawing/2014/main" id="{9DBDE34C-D5B6-0E0C-DFFA-D2C3CFD83F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50" b="89979" l="8424" r="90367">
                        <a14:foregroundMark x1="24063" y1="12885" x2="8948" y2="60057"/>
                        <a14:foregroundMark x1="8948" y1="60057" x2="40185" y2="63135"/>
                        <a14:foregroundMark x1="40185" y1="63135" x2="50544" y2="60415"/>
                        <a14:foregroundMark x1="50544" y1="60415" x2="80371" y2="63350"/>
                        <a14:foregroundMark x1="80371" y1="63350" x2="87304" y2="62921"/>
                        <a14:foregroundMark x1="87304" y1="62921" x2="87626" y2="48604"/>
                        <a14:foregroundMark x1="87626" y1="48604" x2="90367" y2="38511"/>
                        <a14:foregroundMark x1="90367" y1="38511" x2="47037" y2="37437"/>
                        <a14:foregroundMark x1="47037" y1="37437" x2="43047" y2="49320"/>
                        <a14:foregroundMark x1="43047" y1="49320" x2="36155" y2="44667"/>
                        <a14:foregroundMark x1="36155" y1="44667" x2="34865" y2="32999"/>
                        <a14:foregroundMark x1="34865" y1="32999" x2="24506" y2="12885"/>
                        <a14:foregroundMark x1="15075" y1="69864" x2="24950" y2="75877"/>
                        <a14:foregroundMark x1="24950" y1="75877" x2="48851" y2="77309"/>
                        <a14:foregroundMark x1="48851" y1="77309" x2="55865" y2="77237"/>
                        <a14:foregroundMark x1="55865" y1="77237" x2="74164" y2="77810"/>
                        <a14:foregroundMark x1="74164" y1="77810" x2="84119" y2="76593"/>
                        <a14:foregroundMark x1="84119" y1="76593" x2="71383" y2="68074"/>
                        <a14:foregroundMark x1="71383" y1="68074" x2="17412" y2="67931"/>
                        <a14:foregroundMark x1="17412" y1="67931" x2="14228" y2="69578"/>
                        <a14:foregroundMark x1="9875" y1="88332" x2="30875" y2="87473"/>
                        <a14:foregroundMark x1="30875" y1="87473" x2="57477" y2="90838"/>
                        <a14:foregroundMark x1="57477" y1="90838" x2="91294" y2="88046"/>
                        <a14:foregroundMark x1="91294" y1="88046" x2="85449" y2="80458"/>
                        <a14:foregroundMark x1="85449" y1="80458" x2="8424" y2="82105"/>
                        <a14:foregroundMark x1="8424" y1="82105" x2="10157" y2="8733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92" y="5618076"/>
            <a:ext cx="1826623" cy="102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904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CF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D9C196B3-82B5-D0DA-D4CD-9FD4E12D617C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oundRect">
            <a:avLst>
              <a:gd name="adj" fmla="val 0"/>
            </a:avLst>
          </a:prstGeom>
          <a:solidFill>
            <a:srgbClr val="4D4D6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0895B2D0-5DE7-668E-1104-088DBFC07F50}"/>
              </a:ext>
            </a:extLst>
          </p:cNvPr>
          <p:cNvSpPr/>
          <p:nvPr/>
        </p:nvSpPr>
        <p:spPr>
          <a:xfrm>
            <a:off x="0" y="0"/>
            <a:ext cx="1057370" cy="6858000"/>
          </a:xfrm>
          <a:prstGeom prst="roundRect">
            <a:avLst>
              <a:gd name="adj" fmla="val 0"/>
            </a:avLst>
          </a:prstGeom>
          <a:solidFill>
            <a:srgbClr val="0C0E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CC074ECC-54D7-BF7A-0401-5E1D27EFE3B4}"/>
              </a:ext>
            </a:extLst>
          </p:cNvPr>
          <p:cNvSpPr/>
          <p:nvPr/>
        </p:nvSpPr>
        <p:spPr>
          <a:xfrm rot="5400000">
            <a:off x="5479771" y="-5479773"/>
            <a:ext cx="1232454" cy="12192001"/>
          </a:xfrm>
          <a:prstGeom prst="roundRect">
            <a:avLst>
              <a:gd name="adj" fmla="val 0"/>
            </a:avLst>
          </a:prstGeom>
          <a:solidFill>
            <a:srgbClr val="0C0E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A365BC8-96F1-6DE3-E44A-FADB371C31EC}"/>
              </a:ext>
            </a:extLst>
          </p:cNvPr>
          <p:cNvSpPr/>
          <p:nvPr/>
        </p:nvSpPr>
        <p:spPr>
          <a:xfrm>
            <a:off x="4770780" y="1318593"/>
            <a:ext cx="7421220" cy="2511286"/>
          </a:xfrm>
          <a:prstGeom prst="roundRect">
            <a:avLst/>
          </a:prstGeom>
          <a:gradFill flip="none" rotWithShape="1">
            <a:gsLst>
              <a:gs pos="30000">
                <a:srgbClr val="0C0E22"/>
              </a:gs>
              <a:gs pos="64000">
                <a:srgbClr val="14134E"/>
              </a:gs>
              <a:gs pos="80000">
                <a:srgbClr val="1F2357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F920EB5C-6CE3-C5F7-016B-06EB2E120397}"/>
              </a:ext>
            </a:extLst>
          </p:cNvPr>
          <p:cNvSpPr/>
          <p:nvPr/>
        </p:nvSpPr>
        <p:spPr>
          <a:xfrm>
            <a:off x="8521146" y="3922646"/>
            <a:ext cx="3670854" cy="2935353"/>
          </a:xfrm>
          <a:prstGeom prst="roundRect">
            <a:avLst/>
          </a:prstGeom>
          <a:gradFill flip="none" rotWithShape="1">
            <a:gsLst>
              <a:gs pos="30000">
                <a:srgbClr val="0C0E22"/>
              </a:gs>
              <a:gs pos="64000">
                <a:srgbClr val="14134E"/>
              </a:gs>
              <a:gs pos="80000">
                <a:srgbClr val="1F2357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098A9628-48F1-6C96-F073-D3C3331C2B19}"/>
              </a:ext>
            </a:extLst>
          </p:cNvPr>
          <p:cNvSpPr/>
          <p:nvPr/>
        </p:nvSpPr>
        <p:spPr>
          <a:xfrm>
            <a:off x="4770780" y="3916018"/>
            <a:ext cx="3670854" cy="2935354"/>
          </a:xfrm>
          <a:prstGeom prst="roundRect">
            <a:avLst/>
          </a:prstGeom>
          <a:gradFill flip="none" rotWithShape="1">
            <a:gsLst>
              <a:gs pos="30000">
                <a:srgbClr val="0C0E22"/>
              </a:gs>
              <a:gs pos="64000">
                <a:srgbClr val="14134E"/>
              </a:gs>
              <a:gs pos="80000">
                <a:srgbClr val="1F2357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ED0121F-197F-0D28-31AB-BB22E7E32318}"/>
              </a:ext>
            </a:extLst>
          </p:cNvPr>
          <p:cNvSpPr/>
          <p:nvPr/>
        </p:nvSpPr>
        <p:spPr>
          <a:xfrm>
            <a:off x="1136882" y="1331843"/>
            <a:ext cx="3538331" cy="5519529"/>
          </a:xfrm>
          <a:prstGeom prst="roundRect">
            <a:avLst/>
          </a:prstGeom>
          <a:gradFill>
            <a:gsLst>
              <a:gs pos="30000">
                <a:srgbClr val="0C0E22"/>
              </a:gs>
              <a:gs pos="64000">
                <a:srgbClr val="14134E"/>
              </a:gs>
              <a:gs pos="80000">
                <a:srgbClr val="1F2357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ED34C45B-CEE4-4ECC-999C-11F855EEDBBE}"/>
              </a:ext>
            </a:extLst>
          </p:cNvPr>
          <p:cNvSpPr/>
          <p:nvPr/>
        </p:nvSpPr>
        <p:spPr>
          <a:xfrm>
            <a:off x="7620001" y="86139"/>
            <a:ext cx="4465982" cy="1040295"/>
          </a:xfrm>
          <a:prstGeom prst="roundRect">
            <a:avLst/>
          </a:prstGeom>
          <a:solidFill>
            <a:srgbClr val="727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0204A65F-B756-1088-B3B7-DAD9E739F627}"/>
              </a:ext>
            </a:extLst>
          </p:cNvPr>
          <p:cNvSpPr/>
          <p:nvPr/>
        </p:nvSpPr>
        <p:spPr>
          <a:xfrm>
            <a:off x="5327373" y="86138"/>
            <a:ext cx="2126973" cy="1040297"/>
          </a:xfrm>
          <a:prstGeom prst="roundRect">
            <a:avLst/>
          </a:prstGeom>
          <a:solidFill>
            <a:srgbClr val="727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9" name="Imagem 18" descr="Logotipo&#10;&#10;Descrição gerada automaticamente com confiança média">
            <a:extLst>
              <a:ext uri="{FF2B5EF4-FFF2-40B4-BE49-F238E27FC236}">
                <a16:creationId xmlns:a16="http://schemas.microsoft.com/office/drawing/2014/main" id="{08467BC7-62C1-5990-707F-7445523CCF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50" b="89979" l="8424" r="90367">
                        <a14:foregroundMark x1="24063" y1="12885" x2="8948" y2="60057"/>
                        <a14:foregroundMark x1="8948" y1="60057" x2="40185" y2="63135"/>
                        <a14:foregroundMark x1="40185" y1="63135" x2="50544" y2="60415"/>
                        <a14:foregroundMark x1="50544" y1="60415" x2="80371" y2="63350"/>
                        <a14:foregroundMark x1="80371" y1="63350" x2="87304" y2="62921"/>
                        <a14:foregroundMark x1="87304" y1="62921" x2="87626" y2="48604"/>
                        <a14:foregroundMark x1="87626" y1="48604" x2="90367" y2="38511"/>
                        <a14:foregroundMark x1="90367" y1="38511" x2="47037" y2="37437"/>
                        <a14:foregroundMark x1="47037" y1="37437" x2="43047" y2="49320"/>
                        <a14:foregroundMark x1="43047" y1="49320" x2="36155" y2="44667"/>
                        <a14:foregroundMark x1="36155" y1="44667" x2="34865" y2="32999"/>
                        <a14:foregroundMark x1="34865" y1="32999" x2="24506" y2="12885"/>
                        <a14:foregroundMark x1="15075" y1="69864" x2="24950" y2="75877"/>
                        <a14:foregroundMark x1="24950" y1="75877" x2="48851" y2="77309"/>
                        <a14:foregroundMark x1="48851" y1="77309" x2="55865" y2="77237"/>
                        <a14:foregroundMark x1="55865" y1="77237" x2="74164" y2="77810"/>
                        <a14:foregroundMark x1="74164" y1="77810" x2="84119" y2="76593"/>
                        <a14:foregroundMark x1="84119" y1="76593" x2="71383" y2="68074"/>
                        <a14:foregroundMark x1="71383" y1="68074" x2="17412" y2="67931"/>
                        <a14:foregroundMark x1="17412" y1="67931" x2="14228" y2="69578"/>
                        <a14:foregroundMark x1="9875" y1="88332" x2="30875" y2="87473"/>
                        <a14:foregroundMark x1="30875" y1="87473" x2="57477" y2="90838"/>
                        <a14:foregroundMark x1="57477" y1="90838" x2="91294" y2="88046"/>
                        <a14:foregroundMark x1="91294" y1="88046" x2="85449" y2="80458"/>
                        <a14:foregroundMark x1="85449" y1="80458" x2="8424" y2="82105"/>
                        <a14:foregroundMark x1="8424" y1="82105" x2="10157" y2="8733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933" y="6101943"/>
            <a:ext cx="1123236" cy="632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977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Uma imagem contendo pássaro, água, claro, voando&#10;&#10;Descrição gerada automaticamente">
            <a:extLst>
              <a:ext uri="{FF2B5EF4-FFF2-40B4-BE49-F238E27FC236}">
                <a16:creationId xmlns:a16="http://schemas.microsoft.com/office/drawing/2014/main" id="{42A82E09-9A8A-0D22-B810-049D446E63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93773A5-6602-74CF-9D0A-1DCE95631FB8}"/>
              </a:ext>
            </a:extLst>
          </p:cNvPr>
          <p:cNvSpPr txBox="1"/>
          <p:nvPr/>
        </p:nvSpPr>
        <p:spPr>
          <a:xfrm>
            <a:off x="1459393" y="328397"/>
            <a:ext cx="92732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dirty="0">
                <a:ln w="0"/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PRODUÇÃO COLABORADORES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CF5A520-9B1B-905B-15E3-6C9D3E9A0702}"/>
              </a:ext>
            </a:extLst>
          </p:cNvPr>
          <p:cNvSpPr txBox="1"/>
          <p:nvPr/>
        </p:nvSpPr>
        <p:spPr>
          <a:xfrm>
            <a:off x="1459393" y="1126475"/>
            <a:ext cx="92732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dirty="0">
                <a:ln w="0"/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INTEGRAÇÃO DE ANÁLISES</a:t>
            </a:r>
          </a:p>
        </p:txBody>
      </p:sp>
      <p:pic>
        <p:nvPicPr>
          <p:cNvPr id="11" name="Imagem 10" descr="Ícone&#10;&#10;Descrição gerada automaticamente">
            <a:extLst>
              <a:ext uri="{FF2B5EF4-FFF2-40B4-BE49-F238E27FC236}">
                <a16:creationId xmlns:a16="http://schemas.microsoft.com/office/drawing/2014/main" id="{E25EB7E7-A29B-B6FB-8326-D06F361BBE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372" y="2856886"/>
            <a:ext cx="1219370" cy="1219370"/>
          </a:xfrm>
          <a:prstGeom prst="rect">
            <a:avLst/>
          </a:prstGeom>
        </p:spPr>
      </p:pic>
      <p:pic>
        <p:nvPicPr>
          <p:cNvPr id="13" name="Imagem 12" descr="Ícone&#10;&#10;Descrição gerada automaticamente">
            <a:extLst>
              <a:ext uri="{FF2B5EF4-FFF2-40B4-BE49-F238E27FC236}">
                <a16:creationId xmlns:a16="http://schemas.microsoft.com/office/drawing/2014/main" id="{CC5F61DB-DA2F-5262-3A8B-6B60997BF6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6997" y="2819315"/>
            <a:ext cx="1219370" cy="1219370"/>
          </a:xfrm>
          <a:prstGeom prst="rect">
            <a:avLst/>
          </a:prstGeom>
        </p:spPr>
      </p:pic>
      <p:pic>
        <p:nvPicPr>
          <p:cNvPr id="17" name="Imagem 16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7A6F066A-1E43-4BE7-EA47-D5D6AF7013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1441" y="2819315"/>
            <a:ext cx="1219370" cy="1219370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A000C820-EF88-AD8D-A967-96BD54B7BA5E}"/>
              </a:ext>
            </a:extLst>
          </p:cNvPr>
          <p:cNvSpPr txBox="1"/>
          <p:nvPr/>
        </p:nvSpPr>
        <p:spPr>
          <a:xfrm>
            <a:off x="1984687" y="4502391"/>
            <a:ext cx="168269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</a:rPr>
              <a:t>PRÉ-ANÁLISES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3AFD231-4507-644C-4E76-A16BF19A0878}"/>
              </a:ext>
            </a:extLst>
          </p:cNvPr>
          <p:cNvSpPr txBox="1"/>
          <p:nvPr/>
        </p:nvSpPr>
        <p:spPr>
          <a:xfrm>
            <a:off x="8314866" y="4348503"/>
            <a:ext cx="196583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</a:rPr>
              <a:t>ATIVIDADES DE COORDENAÇÃO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4FDF12B5-32DF-0ED7-3B44-5608DB010623}"/>
              </a:ext>
            </a:extLst>
          </p:cNvPr>
          <p:cNvSpPr txBox="1"/>
          <p:nvPr/>
        </p:nvSpPr>
        <p:spPr>
          <a:xfrm>
            <a:off x="5008210" y="4348503"/>
            <a:ext cx="196583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bg1"/>
                </a:solidFill>
              </a:rPr>
              <a:t>ANÁLISE DE</a:t>
            </a:r>
            <a:br>
              <a:rPr lang="pt-BR" sz="2000" b="1" dirty="0">
                <a:solidFill>
                  <a:schemeClr val="bg1"/>
                </a:solidFill>
              </a:rPr>
            </a:br>
            <a:r>
              <a:rPr lang="pt-BR" sz="2000" b="1" dirty="0">
                <a:solidFill>
                  <a:schemeClr val="bg1"/>
                </a:solidFill>
              </a:rPr>
              <a:t>DOCUMENTOS</a:t>
            </a:r>
          </a:p>
        </p:txBody>
      </p:sp>
    </p:spTree>
    <p:extLst>
      <p:ext uri="{BB962C8B-B14F-4D97-AF65-F5344CB8AC3E}">
        <p14:creationId xmlns:p14="http://schemas.microsoft.com/office/powerpoint/2010/main" val="3646318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Uma imagem contendo pássaro, água, claro, voando&#10;&#10;Descrição gerada automaticamente">
            <a:extLst>
              <a:ext uri="{FF2B5EF4-FFF2-40B4-BE49-F238E27FC236}">
                <a16:creationId xmlns:a16="http://schemas.microsoft.com/office/drawing/2014/main" id="{AC33ADA2-D8F7-9FF2-8B79-7CD8B41949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" y="-4530"/>
            <a:ext cx="12200054" cy="6862530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70E9B240-D129-E3E0-961E-8A32EFB93AB4}"/>
              </a:ext>
            </a:extLst>
          </p:cNvPr>
          <p:cNvSpPr txBox="1"/>
          <p:nvPr/>
        </p:nvSpPr>
        <p:spPr>
          <a:xfrm>
            <a:off x="1808644" y="1073047"/>
            <a:ext cx="8162482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5400" dirty="0">
                <a:ln w="0"/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ALMOXARIFADO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1679E1A-445F-01D3-86D4-DEB13C36D7BA}"/>
              </a:ext>
            </a:extLst>
          </p:cNvPr>
          <p:cNvSpPr txBox="1"/>
          <p:nvPr/>
        </p:nvSpPr>
        <p:spPr>
          <a:xfrm>
            <a:off x="3120041" y="319921"/>
            <a:ext cx="5539689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82550" h="38100" prst="coolSlant"/>
            </a:sp3d>
          </a:bodyPr>
          <a:lstStyle/>
          <a:p>
            <a:pPr algn="ctr"/>
            <a:r>
              <a:rPr lang="pt-BR" sz="4800" dirty="0">
                <a:ln w="0"/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DASHBOARD</a:t>
            </a:r>
            <a:endParaRPr lang="pt-BR" sz="4000" dirty="0">
              <a:ln w="0"/>
              <a:solidFill>
                <a:schemeClr val="bg1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9B4A0CAA-C71E-F743-15C4-976130492766}"/>
              </a:ext>
            </a:extLst>
          </p:cNvPr>
          <p:cNvSpPr/>
          <p:nvPr/>
        </p:nvSpPr>
        <p:spPr>
          <a:xfrm>
            <a:off x="4976573" y="3771213"/>
            <a:ext cx="1826623" cy="567299"/>
          </a:xfrm>
          <a:prstGeom prst="roundRect">
            <a:avLst/>
          </a:prstGeom>
          <a:solidFill>
            <a:srgbClr val="04252E"/>
          </a:solidFill>
          <a:ln w="1905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latin typeface="Orbitron" pitchFamily="2" charset="0"/>
              </a:rPr>
              <a:t>UNIFORME FEMININOS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7600986B-42AA-560B-F773-F45EB7A9BBD1}"/>
              </a:ext>
            </a:extLst>
          </p:cNvPr>
          <p:cNvSpPr/>
          <p:nvPr/>
        </p:nvSpPr>
        <p:spPr>
          <a:xfrm>
            <a:off x="600300" y="3771215"/>
            <a:ext cx="1826623" cy="567299"/>
          </a:xfrm>
          <a:prstGeom prst="roundRect">
            <a:avLst/>
          </a:prstGeom>
          <a:solidFill>
            <a:srgbClr val="04252E"/>
          </a:solidFill>
          <a:ln w="1905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latin typeface="Orbitron" pitchFamily="2" charset="0"/>
              </a:rPr>
              <a:t>UNIFORMES MASCULINOS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B9F403E4-BECA-ED70-FF6C-3EBEF15C1663}"/>
              </a:ext>
            </a:extLst>
          </p:cNvPr>
          <p:cNvSpPr/>
          <p:nvPr/>
        </p:nvSpPr>
        <p:spPr>
          <a:xfrm>
            <a:off x="9057814" y="3771214"/>
            <a:ext cx="1826623" cy="567299"/>
          </a:xfrm>
          <a:prstGeom prst="roundRect">
            <a:avLst/>
          </a:prstGeom>
          <a:solidFill>
            <a:srgbClr val="04252E"/>
          </a:solidFill>
          <a:ln w="1905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latin typeface="Orbitron" pitchFamily="2" charset="0"/>
              </a:rPr>
              <a:t>ENTRADA E SAÍDA</a:t>
            </a:r>
          </a:p>
        </p:txBody>
      </p:sp>
    </p:spTree>
    <p:extLst>
      <p:ext uri="{BB962C8B-B14F-4D97-AF65-F5344CB8AC3E}">
        <p14:creationId xmlns:p14="http://schemas.microsoft.com/office/powerpoint/2010/main" val="2911345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AA44003-256E-14E3-BA66-C4A236578140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oundRect">
            <a:avLst>
              <a:gd name="adj" fmla="val 0"/>
            </a:avLst>
          </a:prstGeom>
          <a:solidFill>
            <a:srgbClr val="B4C1C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26CD6C99-AB4C-777E-8715-99AAEA09E0FF}"/>
              </a:ext>
            </a:extLst>
          </p:cNvPr>
          <p:cNvSpPr/>
          <p:nvPr/>
        </p:nvSpPr>
        <p:spPr>
          <a:xfrm>
            <a:off x="-16465" y="0"/>
            <a:ext cx="1057370" cy="6858000"/>
          </a:xfrm>
          <a:prstGeom prst="roundRect">
            <a:avLst>
              <a:gd name="adj" fmla="val 0"/>
            </a:avLst>
          </a:prstGeom>
          <a:solidFill>
            <a:srgbClr val="053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25F381D1-8BAF-37EA-1377-46DD608B9BD4}"/>
              </a:ext>
            </a:extLst>
          </p:cNvPr>
          <p:cNvSpPr/>
          <p:nvPr/>
        </p:nvSpPr>
        <p:spPr>
          <a:xfrm rot="5400000">
            <a:off x="5628251" y="-5652324"/>
            <a:ext cx="954159" cy="12241399"/>
          </a:xfrm>
          <a:prstGeom prst="roundRect">
            <a:avLst>
              <a:gd name="adj" fmla="val 0"/>
            </a:avLst>
          </a:prstGeom>
          <a:gradFill flip="none" rotWithShape="1">
            <a:gsLst>
              <a:gs pos="82400">
                <a:srgbClr val="1D4450"/>
              </a:gs>
              <a:gs pos="0">
                <a:srgbClr val="05313D"/>
              </a:gs>
              <a:gs pos="50000">
                <a:srgbClr val="1E4550"/>
              </a:gs>
              <a:gs pos="100000">
                <a:srgbClr val="0E3844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C89E1052-243A-7126-0B07-1A841CA89336}"/>
              </a:ext>
            </a:extLst>
          </p:cNvPr>
          <p:cNvSpPr/>
          <p:nvPr/>
        </p:nvSpPr>
        <p:spPr>
          <a:xfrm>
            <a:off x="5448299" y="96078"/>
            <a:ext cx="2126973" cy="765313"/>
          </a:xfrm>
          <a:prstGeom prst="roundRect">
            <a:avLst/>
          </a:prstGeom>
          <a:solidFill>
            <a:srgbClr val="506E77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0EBF21D7-B524-DF25-B4DA-D99BFBA07BB7}"/>
              </a:ext>
            </a:extLst>
          </p:cNvPr>
          <p:cNvSpPr/>
          <p:nvPr/>
        </p:nvSpPr>
        <p:spPr>
          <a:xfrm>
            <a:off x="7696199" y="86136"/>
            <a:ext cx="2126973" cy="775255"/>
          </a:xfrm>
          <a:prstGeom prst="roundRect">
            <a:avLst/>
          </a:prstGeom>
          <a:solidFill>
            <a:srgbClr val="506E77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271977E4-E254-32A7-306C-7D18613C1C48}"/>
              </a:ext>
            </a:extLst>
          </p:cNvPr>
          <p:cNvSpPr/>
          <p:nvPr/>
        </p:nvSpPr>
        <p:spPr>
          <a:xfrm>
            <a:off x="9944099" y="86135"/>
            <a:ext cx="2126973" cy="775255"/>
          </a:xfrm>
          <a:prstGeom prst="roundRect">
            <a:avLst/>
          </a:prstGeom>
          <a:gradFill flip="none" rotWithShape="1">
            <a:gsLst>
              <a:gs pos="0">
                <a:srgbClr val="506E77">
                  <a:shade val="30000"/>
                  <a:satMod val="115000"/>
                </a:srgbClr>
              </a:gs>
              <a:gs pos="50000">
                <a:srgbClr val="506E77">
                  <a:shade val="67500"/>
                  <a:satMod val="115000"/>
                </a:srgbClr>
              </a:gs>
              <a:gs pos="100000">
                <a:srgbClr val="506E77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3B004EDE-BF22-78EA-3DBA-05E8502661AA}"/>
              </a:ext>
            </a:extLst>
          </p:cNvPr>
          <p:cNvSpPr/>
          <p:nvPr/>
        </p:nvSpPr>
        <p:spPr>
          <a:xfrm rot="5400000">
            <a:off x="2438509" y="2683633"/>
            <a:ext cx="2813414" cy="5463709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9" name="Imagem 18" descr="Logotipo&#10;&#10;Descrição gerada automaticamente com confiança média">
            <a:extLst>
              <a:ext uri="{FF2B5EF4-FFF2-40B4-BE49-F238E27FC236}">
                <a16:creationId xmlns:a16="http://schemas.microsoft.com/office/drawing/2014/main" id="{D0A03640-27E0-928D-2216-A158C85F9A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50" b="89979" l="8424" r="90367">
                        <a14:foregroundMark x1="24063" y1="12885" x2="8948" y2="60057"/>
                        <a14:foregroundMark x1="8948" y1="60057" x2="40185" y2="63135"/>
                        <a14:foregroundMark x1="40185" y1="63135" x2="50544" y2="60415"/>
                        <a14:foregroundMark x1="50544" y1="60415" x2="80371" y2="63350"/>
                        <a14:foregroundMark x1="80371" y1="63350" x2="87304" y2="62921"/>
                        <a14:foregroundMark x1="87304" y1="62921" x2="87626" y2="48604"/>
                        <a14:foregroundMark x1="87626" y1="48604" x2="90367" y2="38511"/>
                        <a14:foregroundMark x1="90367" y1="38511" x2="47037" y2="37437"/>
                        <a14:foregroundMark x1="47037" y1="37437" x2="43047" y2="49320"/>
                        <a14:foregroundMark x1="43047" y1="49320" x2="36155" y2="44667"/>
                        <a14:foregroundMark x1="36155" y1="44667" x2="34865" y2="32999"/>
                        <a14:foregroundMark x1="34865" y1="32999" x2="24506" y2="12885"/>
                        <a14:foregroundMark x1="15075" y1="69864" x2="24950" y2="75877"/>
                        <a14:foregroundMark x1="24950" y1="75877" x2="48851" y2="77309"/>
                        <a14:foregroundMark x1="48851" y1="77309" x2="55865" y2="77237"/>
                        <a14:foregroundMark x1="55865" y1="77237" x2="74164" y2="77810"/>
                        <a14:foregroundMark x1="74164" y1="77810" x2="84119" y2="76593"/>
                        <a14:foregroundMark x1="84119" y1="76593" x2="71383" y2="68074"/>
                        <a14:foregroundMark x1="71383" y1="68074" x2="17412" y2="67931"/>
                        <a14:foregroundMark x1="17412" y1="67931" x2="14228" y2="69578"/>
                        <a14:foregroundMark x1="9875" y1="88332" x2="30875" y2="87473"/>
                        <a14:foregroundMark x1="30875" y1="87473" x2="57477" y2="90838"/>
                        <a14:foregroundMark x1="57477" y1="90838" x2="91294" y2="88046"/>
                        <a14:foregroundMark x1="91294" y1="88046" x2="85449" y2="80458"/>
                        <a14:foregroundMark x1="85449" y1="80458" x2="8424" y2="82105"/>
                        <a14:foregroundMark x1="8424" y1="82105" x2="10157" y2="8733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933" y="6101943"/>
            <a:ext cx="1123236" cy="632471"/>
          </a:xfrm>
          <a:prstGeom prst="rect">
            <a:avLst/>
          </a:prstGeom>
        </p:spPr>
      </p:pic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D7D5A0F3-A1CB-6A15-6AB7-B8104585467F}"/>
              </a:ext>
            </a:extLst>
          </p:cNvPr>
          <p:cNvSpPr/>
          <p:nvPr/>
        </p:nvSpPr>
        <p:spPr>
          <a:xfrm rot="5400000">
            <a:off x="2438510" y="-274909"/>
            <a:ext cx="2813414" cy="5463707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66768CBF-E547-064A-8C75-2367FD453713}"/>
              </a:ext>
            </a:extLst>
          </p:cNvPr>
          <p:cNvSpPr/>
          <p:nvPr/>
        </p:nvSpPr>
        <p:spPr>
          <a:xfrm rot="5400000">
            <a:off x="9829082" y="663344"/>
            <a:ext cx="1945696" cy="2698767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FF9EB150-7230-3A82-8183-A8AFD29B8D15}"/>
              </a:ext>
            </a:extLst>
          </p:cNvPr>
          <p:cNvSpPr/>
          <p:nvPr/>
        </p:nvSpPr>
        <p:spPr>
          <a:xfrm rot="5400000">
            <a:off x="8496119" y="1269191"/>
            <a:ext cx="1846679" cy="5463709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C81E1E6B-A92A-4A8B-1373-73B39CC2FD1A}"/>
              </a:ext>
            </a:extLst>
          </p:cNvPr>
          <p:cNvSpPr/>
          <p:nvPr/>
        </p:nvSpPr>
        <p:spPr>
          <a:xfrm rot="5400000">
            <a:off x="8497775" y="3167000"/>
            <a:ext cx="1846678" cy="5463709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4B3D5EFF-7137-38CD-A122-5FE4347A39D7}"/>
              </a:ext>
            </a:extLst>
          </p:cNvPr>
          <p:cNvSpPr/>
          <p:nvPr/>
        </p:nvSpPr>
        <p:spPr>
          <a:xfrm>
            <a:off x="3200399" y="86134"/>
            <a:ext cx="2126973" cy="775255"/>
          </a:xfrm>
          <a:prstGeom prst="roundRect">
            <a:avLst/>
          </a:prstGeom>
          <a:gradFill flip="none" rotWithShape="1">
            <a:gsLst>
              <a:gs pos="0">
                <a:srgbClr val="506E77">
                  <a:shade val="30000"/>
                  <a:satMod val="115000"/>
                </a:srgbClr>
              </a:gs>
              <a:gs pos="50000">
                <a:srgbClr val="506E77">
                  <a:shade val="67500"/>
                  <a:satMod val="115000"/>
                </a:srgbClr>
              </a:gs>
              <a:gs pos="100000">
                <a:srgbClr val="506E77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F3285A97-9422-0291-BB73-9008DDEAB7AC}"/>
              </a:ext>
            </a:extLst>
          </p:cNvPr>
          <p:cNvSpPr/>
          <p:nvPr/>
        </p:nvSpPr>
        <p:spPr>
          <a:xfrm rot="5400000">
            <a:off x="7064141" y="663343"/>
            <a:ext cx="1945694" cy="2698767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 descr="Ícone&#10;&#10;Descrição gerada automaticamente">
            <a:extLst>
              <a:ext uri="{FF2B5EF4-FFF2-40B4-BE49-F238E27FC236}">
                <a16:creationId xmlns:a16="http://schemas.microsoft.com/office/drawing/2014/main" id="{19A732DE-65C3-B55E-9193-E6BEA4BEA1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64362" y="236785"/>
            <a:ext cx="431674" cy="431674"/>
          </a:xfrm>
          <a:prstGeom prst="rect">
            <a:avLst/>
          </a:prstGeom>
        </p:spPr>
      </p:pic>
      <p:pic>
        <p:nvPicPr>
          <p:cNvPr id="8" name="Imagem 7" descr="Ícone&#10;&#10;Descrição gerada automaticamente">
            <a:extLst>
              <a:ext uri="{FF2B5EF4-FFF2-40B4-BE49-F238E27FC236}">
                <a16:creationId xmlns:a16="http://schemas.microsoft.com/office/drawing/2014/main" id="{8BD0183E-453C-EFD6-63A9-58BC3A6AF3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44" y="227106"/>
            <a:ext cx="431674" cy="43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809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C1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20D33BE-E2A8-1B39-B4CD-52F347CD7422}"/>
              </a:ext>
            </a:extLst>
          </p:cNvPr>
          <p:cNvSpPr/>
          <p:nvPr/>
        </p:nvSpPr>
        <p:spPr>
          <a:xfrm>
            <a:off x="1123236" y="1094385"/>
            <a:ext cx="3538331" cy="293535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AFF44369-0BE7-B4F3-5783-36100641104D}"/>
              </a:ext>
            </a:extLst>
          </p:cNvPr>
          <p:cNvSpPr/>
          <p:nvPr/>
        </p:nvSpPr>
        <p:spPr>
          <a:xfrm rot="5400000">
            <a:off x="5112287" y="3520100"/>
            <a:ext cx="2935354" cy="3668837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DE68BDEB-B914-7F45-644D-10378C41EC05}"/>
              </a:ext>
            </a:extLst>
          </p:cNvPr>
          <p:cNvSpPr/>
          <p:nvPr/>
        </p:nvSpPr>
        <p:spPr>
          <a:xfrm rot="5400000">
            <a:off x="7093686" y="-1253755"/>
            <a:ext cx="2719565" cy="7415849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DBD60D25-62BC-57B4-8189-9425AE719A59}"/>
              </a:ext>
            </a:extLst>
          </p:cNvPr>
          <p:cNvSpPr/>
          <p:nvPr/>
        </p:nvSpPr>
        <p:spPr>
          <a:xfrm rot="5400000">
            <a:off x="8865104" y="3520100"/>
            <a:ext cx="2935354" cy="3668836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6EF10E0D-AF53-8885-B83D-A5AD74DFF856}"/>
              </a:ext>
            </a:extLst>
          </p:cNvPr>
          <p:cNvSpPr/>
          <p:nvPr/>
        </p:nvSpPr>
        <p:spPr>
          <a:xfrm>
            <a:off x="1123234" y="4080333"/>
            <a:ext cx="3538331" cy="2727074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 descr="Forma&#10;&#10;Descrição gerada automaticamente com confiança média">
            <a:extLst>
              <a:ext uri="{FF2B5EF4-FFF2-40B4-BE49-F238E27FC236}">
                <a16:creationId xmlns:a16="http://schemas.microsoft.com/office/drawing/2014/main" id="{5574A793-4590-2569-CD95-BA86B5B587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980" y="6114362"/>
            <a:ext cx="1230813" cy="693046"/>
          </a:xfrm>
          <a:prstGeom prst="rect">
            <a:avLst/>
          </a:prstGeom>
        </p:spPr>
      </p:pic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10461E14-BCDD-B029-8BBC-4703068BB75F}"/>
              </a:ext>
            </a:extLst>
          </p:cNvPr>
          <p:cNvSpPr/>
          <p:nvPr/>
        </p:nvSpPr>
        <p:spPr>
          <a:xfrm>
            <a:off x="-9331" y="-9329"/>
            <a:ext cx="1057370" cy="6876660"/>
          </a:xfrm>
          <a:prstGeom prst="roundRect">
            <a:avLst>
              <a:gd name="adj" fmla="val 0"/>
            </a:avLst>
          </a:prstGeom>
          <a:solidFill>
            <a:srgbClr val="053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230D9707-3973-4F21-C005-CF97ABB82415}"/>
              </a:ext>
            </a:extLst>
          </p:cNvPr>
          <p:cNvSpPr/>
          <p:nvPr/>
        </p:nvSpPr>
        <p:spPr>
          <a:xfrm rot="5400000">
            <a:off x="5623585" y="-5632918"/>
            <a:ext cx="954159" cy="12201337"/>
          </a:xfrm>
          <a:prstGeom prst="roundRect">
            <a:avLst>
              <a:gd name="adj" fmla="val 0"/>
            </a:avLst>
          </a:prstGeom>
          <a:gradFill flip="none" rotWithShape="1">
            <a:gsLst>
              <a:gs pos="82400">
                <a:srgbClr val="1D4450"/>
              </a:gs>
              <a:gs pos="0">
                <a:srgbClr val="05313D"/>
              </a:gs>
              <a:gs pos="50000">
                <a:srgbClr val="1E4550"/>
              </a:gs>
              <a:gs pos="100000">
                <a:srgbClr val="0E3844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4C1C22FB-A3B5-3E29-761B-4367475AAB98}"/>
              </a:ext>
            </a:extLst>
          </p:cNvPr>
          <p:cNvSpPr/>
          <p:nvPr/>
        </p:nvSpPr>
        <p:spPr>
          <a:xfrm>
            <a:off x="4313841" y="61774"/>
            <a:ext cx="2502493" cy="762337"/>
          </a:xfrm>
          <a:prstGeom prst="roundRect">
            <a:avLst/>
          </a:prstGeom>
          <a:gradFill flip="none" rotWithShape="1">
            <a:gsLst>
              <a:gs pos="0">
                <a:srgbClr val="506E77">
                  <a:shade val="30000"/>
                  <a:satMod val="115000"/>
                </a:srgbClr>
              </a:gs>
              <a:gs pos="50000">
                <a:srgbClr val="506E77">
                  <a:shade val="67500"/>
                  <a:satMod val="115000"/>
                </a:srgbClr>
              </a:gs>
              <a:gs pos="100000">
                <a:srgbClr val="506E77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A1C208C5-AD79-7F92-95B3-1BF3F5E6CA41}"/>
              </a:ext>
            </a:extLst>
          </p:cNvPr>
          <p:cNvSpPr/>
          <p:nvPr/>
        </p:nvSpPr>
        <p:spPr>
          <a:xfrm>
            <a:off x="7343168" y="61773"/>
            <a:ext cx="4682488" cy="762337"/>
          </a:xfrm>
          <a:prstGeom prst="roundRect">
            <a:avLst/>
          </a:prstGeom>
          <a:gradFill flip="none" rotWithShape="1">
            <a:gsLst>
              <a:gs pos="0">
                <a:srgbClr val="506E77">
                  <a:shade val="30000"/>
                  <a:satMod val="115000"/>
                </a:srgbClr>
              </a:gs>
              <a:gs pos="50000">
                <a:srgbClr val="506E77">
                  <a:shade val="67500"/>
                  <a:satMod val="115000"/>
                </a:srgbClr>
              </a:gs>
              <a:gs pos="100000">
                <a:srgbClr val="506E77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 descr="Logotipo&#10;&#10;Descrição gerada automaticamente com confiança média">
            <a:extLst>
              <a:ext uri="{FF2B5EF4-FFF2-40B4-BE49-F238E27FC236}">
                <a16:creationId xmlns:a16="http://schemas.microsoft.com/office/drawing/2014/main" id="{32DA535E-9783-B5C3-EAD8-6CEBBA64C9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50" b="89979" l="8424" r="90367">
                        <a14:foregroundMark x1="24063" y1="12885" x2="8948" y2="60057"/>
                        <a14:foregroundMark x1="8948" y1="60057" x2="40185" y2="63135"/>
                        <a14:foregroundMark x1="40185" y1="63135" x2="50544" y2="60415"/>
                        <a14:foregroundMark x1="50544" y1="60415" x2="80371" y2="63350"/>
                        <a14:foregroundMark x1="80371" y1="63350" x2="87304" y2="62921"/>
                        <a14:foregroundMark x1="87304" y1="62921" x2="87626" y2="48604"/>
                        <a14:foregroundMark x1="87626" y1="48604" x2="90367" y2="38511"/>
                        <a14:foregroundMark x1="90367" y1="38511" x2="47037" y2="37437"/>
                        <a14:foregroundMark x1="47037" y1="37437" x2="43047" y2="49320"/>
                        <a14:foregroundMark x1="43047" y1="49320" x2="36155" y2="44667"/>
                        <a14:foregroundMark x1="36155" y1="44667" x2="34865" y2="32999"/>
                        <a14:foregroundMark x1="34865" y1="32999" x2="24506" y2="12885"/>
                        <a14:foregroundMark x1="15075" y1="69864" x2="24950" y2="75877"/>
                        <a14:foregroundMark x1="24950" y1="75877" x2="48851" y2="77309"/>
                        <a14:foregroundMark x1="48851" y1="77309" x2="55865" y2="77237"/>
                        <a14:foregroundMark x1="55865" y1="77237" x2="74164" y2="77810"/>
                        <a14:foregroundMark x1="74164" y1="77810" x2="84119" y2="76593"/>
                        <a14:foregroundMark x1="84119" y1="76593" x2="71383" y2="68074"/>
                        <a14:foregroundMark x1="71383" y1="68074" x2="17412" y2="67931"/>
                        <a14:foregroundMark x1="17412" y1="67931" x2="14228" y2="69578"/>
                        <a14:foregroundMark x1="9875" y1="88332" x2="30875" y2="87473"/>
                        <a14:foregroundMark x1="30875" y1="87473" x2="57477" y2="90838"/>
                        <a14:foregroundMark x1="57477" y1="90838" x2="91294" y2="88046"/>
                        <a14:foregroundMark x1="91294" y1="88046" x2="85449" y2="80458"/>
                        <a14:foregroundMark x1="85449" y1="80458" x2="8424" y2="82105"/>
                        <a14:foregroundMark x1="8424" y1="82105" x2="10157" y2="8733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933" y="6101943"/>
            <a:ext cx="1123236" cy="632471"/>
          </a:xfrm>
          <a:prstGeom prst="rect">
            <a:avLst/>
          </a:prstGeom>
        </p:spPr>
      </p:pic>
      <p:pic>
        <p:nvPicPr>
          <p:cNvPr id="16" name="Imagem 15" descr="Ícone&#10;&#10;Descrição gerada automaticamente">
            <a:extLst>
              <a:ext uri="{FF2B5EF4-FFF2-40B4-BE49-F238E27FC236}">
                <a16:creationId xmlns:a16="http://schemas.microsoft.com/office/drawing/2014/main" id="{35251F65-AD0E-DF0F-8DDB-833E486D86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64362" y="236785"/>
            <a:ext cx="431674" cy="431674"/>
          </a:xfrm>
          <a:prstGeom prst="rect">
            <a:avLst/>
          </a:prstGeom>
        </p:spPr>
      </p:pic>
      <p:pic>
        <p:nvPicPr>
          <p:cNvPr id="17" name="Imagem 16" descr="Ícone&#10;&#10;Descrição gerada automaticamente">
            <a:extLst>
              <a:ext uri="{FF2B5EF4-FFF2-40B4-BE49-F238E27FC236}">
                <a16:creationId xmlns:a16="http://schemas.microsoft.com/office/drawing/2014/main" id="{D56678CE-79FF-FCB4-4F3D-73336194AA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44" y="227106"/>
            <a:ext cx="431674" cy="43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083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C1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DE818A9B-3665-0563-5380-8A6741531B39}"/>
              </a:ext>
            </a:extLst>
          </p:cNvPr>
          <p:cNvSpPr/>
          <p:nvPr/>
        </p:nvSpPr>
        <p:spPr>
          <a:xfrm rot="5400000">
            <a:off x="2735965" y="2386177"/>
            <a:ext cx="2813414" cy="6058621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072275A1-CF6D-58CF-7D59-601D3786EAFD}"/>
              </a:ext>
            </a:extLst>
          </p:cNvPr>
          <p:cNvSpPr/>
          <p:nvPr/>
        </p:nvSpPr>
        <p:spPr>
          <a:xfrm rot="5400000">
            <a:off x="2735966" y="-572365"/>
            <a:ext cx="2813414" cy="6058620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88ABEF00-2937-6CE2-70C1-9EC21702DD82}"/>
              </a:ext>
            </a:extLst>
          </p:cNvPr>
          <p:cNvSpPr/>
          <p:nvPr/>
        </p:nvSpPr>
        <p:spPr>
          <a:xfrm rot="5400000">
            <a:off x="8805236" y="3474461"/>
            <a:ext cx="1846678" cy="4848787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3F0C992-947B-130E-D44C-61CBEC7CA9A0}"/>
              </a:ext>
            </a:extLst>
          </p:cNvPr>
          <p:cNvSpPr/>
          <p:nvPr/>
        </p:nvSpPr>
        <p:spPr>
          <a:xfrm rot="5400000">
            <a:off x="8754900" y="-410838"/>
            <a:ext cx="1945694" cy="4847130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6" name="Imagem 25" descr="Forma&#10;&#10;Descrição gerada automaticamente com confiança média">
            <a:extLst>
              <a:ext uri="{FF2B5EF4-FFF2-40B4-BE49-F238E27FC236}">
                <a16:creationId xmlns:a16="http://schemas.microsoft.com/office/drawing/2014/main" id="{B206376C-5CCE-DFAC-508D-BEA825E626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980" y="6114362"/>
            <a:ext cx="1230813" cy="693046"/>
          </a:xfrm>
          <a:prstGeom prst="rect">
            <a:avLst/>
          </a:prstGeom>
        </p:spPr>
      </p:pic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DD9FC963-8EAA-B28A-8E9D-F4EDFD65BD8F}"/>
              </a:ext>
            </a:extLst>
          </p:cNvPr>
          <p:cNvSpPr/>
          <p:nvPr/>
        </p:nvSpPr>
        <p:spPr>
          <a:xfrm>
            <a:off x="-9331" y="-4848"/>
            <a:ext cx="1057370" cy="6881510"/>
          </a:xfrm>
          <a:prstGeom prst="roundRect">
            <a:avLst>
              <a:gd name="adj" fmla="val 0"/>
            </a:avLst>
          </a:prstGeom>
          <a:solidFill>
            <a:srgbClr val="053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62DCA9EA-019C-ED16-52E4-13B4CB2A194D}"/>
              </a:ext>
            </a:extLst>
          </p:cNvPr>
          <p:cNvSpPr/>
          <p:nvPr/>
        </p:nvSpPr>
        <p:spPr>
          <a:xfrm rot="5400000">
            <a:off x="5618920" y="-5623769"/>
            <a:ext cx="954159" cy="12192001"/>
          </a:xfrm>
          <a:prstGeom prst="roundRect">
            <a:avLst>
              <a:gd name="adj" fmla="val 0"/>
            </a:avLst>
          </a:prstGeom>
          <a:gradFill flip="none" rotWithShape="1">
            <a:gsLst>
              <a:gs pos="82400">
                <a:srgbClr val="1D4450"/>
              </a:gs>
              <a:gs pos="0">
                <a:srgbClr val="05313D"/>
              </a:gs>
              <a:gs pos="50000">
                <a:srgbClr val="1E4550"/>
              </a:gs>
              <a:gs pos="100000">
                <a:srgbClr val="0E3844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875CD273-F9C2-6AF3-EBCD-F1CB1C0EBD21}"/>
              </a:ext>
            </a:extLst>
          </p:cNvPr>
          <p:cNvSpPr/>
          <p:nvPr/>
        </p:nvSpPr>
        <p:spPr>
          <a:xfrm>
            <a:off x="5277390" y="45749"/>
            <a:ext cx="2126973" cy="765313"/>
          </a:xfrm>
          <a:prstGeom prst="roundRect">
            <a:avLst/>
          </a:prstGeom>
          <a:solidFill>
            <a:srgbClr val="506E77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4762589E-4F76-7E54-C323-72FE59147298}"/>
              </a:ext>
            </a:extLst>
          </p:cNvPr>
          <p:cNvSpPr/>
          <p:nvPr/>
        </p:nvSpPr>
        <p:spPr>
          <a:xfrm>
            <a:off x="7525290" y="35807"/>
            <a:ext cx="2126973" cy="775255"/>
          </a:xfrm>
          <a:prstGeom prst="roundRect">
            <a:avLst/>
          </a:prstGeom>
          <a:solidFill>
            <a:srgbClr val="506E77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3DAD64F9-D653-BCDA-A98A-4C3398EFF488}"/>
              </a:ext>
            </a:extLst>
          </p:cNvPr>
          <p:cNvSpPr/>
          <p:nvPr/>
        </p:nvSpPr>
        <p:spPr>
          <a:xfrm>
            <a:off x="9773190" y="35806"/>
            <a:ext cx="2126973" cy="775255"/>
          </a:xfrm>
          <a:prstGeom prst="roundRect">
            <a:avLst/>
          </a:prstGeom>
          <a:gradFill flip="none" rotWithShape="1">
            <a:gsLst>
              <a:gs pos="0">
                <a:srgbClr val="506E77">
                  <a:shade val="30000"/>
                  <a:satMod val="115000"/>
                </a:srgbClr>
              </a:gs>
              <a:gs pos="50000">
                <a:srgbClr val="506E77">
                  <a:shade val="67500"/>
                  <a:satMod val="115000"/>
                </a:srgbClr>
              </a:gs>
              <a:gs pos="100000">
                <a:srgbClr val="506E77">
                  <a:shade val="100000"/>
                  <a:satMod val="115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4D9CCC3E-F966-E7DF-E90F-0386F8FE422C}"/>
              </a:ext>
            </a:extLst>
          </p:cNvPr>
          <p:cNvSpPr/>
          <p:nvPr/>
        </p:nvSpPr>
        <p:spPr>
          <a:xfrm rot="5400000">
            <a:off x="8803578" y="1556150"/>
            <a:ext cx="1846679" cy="4848789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3377FAD9-E02D-BEF5-9692-9CFA7F502C34}"/>
              </a:ext>
            </a:extLst>
          </p:cNvPr>
          <p:cNvSpPr/>
          <p:nvPr/>
        </p:nvSpPr>
        <p:spPr>
          <a:xfrm>
            <a:off x="2976246" y="32746"/>
            <a:ext cx="2126973" cy="775255"/>
          </a:xfrm>
          <a:prstGeom prst="roundRect">
            <a:avLst/>
          </a:prstGeom>
          <a:gradFill flip="none" rotWithShape="1">
            <a:gsLst>
              <a:gs pos="0">
                <a:srgbClr val="506E77">
                  <a:shade val="30000"/>
                  <a:satMod val="115000"/>
                </a:srgbClr>
              </a:gs>
              <a:gs pos="50000">
                <a:srgbClr val="506E77">
                  <a:shade val="67500"/>
                  <a:satMod val="115000"/>
                </a:srgbClr>
              </a:gs>
              <a:gs pos="100000">
                <a:srgbClr val="506E77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8" name="Imagem 17" descr="Logotipo&#10;&#10;Descrição gerada automaticamente com confiança média">
            <a:extLst>
              <a:ext uri="{FF2B5EF4-FFF2-40B4-BE49-F238E27FC236}">
                <a16:creationId xmlns:a16="http://schemas.microsoft.com/office/drawing/2014/main" id="{7E0D65C7-3917-D6AE-58C5-0BD86A80EB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50" b="89979" l="8424" r="90367">
                        <a14:foregroundMark x1="24063" y1="12885" x2="8948" y2="60057"/>
                        <a14:foregroundMark x1="8948" y1="60057" x2="40185" y2="63135"/>
                        <a14:foregroundMark x1="40185" y1="63135" x2="50544" y2="60415"/>
                        <a14:foregroundMark x1="50544" y1="60415" x2="80371" y2="63350"/>
                        <a14:foregroundMark x1="80371" y1="63350" x2="87304" y2="62921"/>
                        <a14:foregroundMark x1="87304" y1="62921" x2="87626" y2="48604"/>
                        <a14:foregroundMark x1="87626" y1="48604" x2="90367" y2="38511"/>
                        <a14:foregroundMark x1="90367" y1="38511" x2="47037" y2="37437"/>
                        <a14:foregroundMark x1="47037" y1="37437" x2="43047" y2="49320"/>
                        <a14:foregroundMark x1="43047" y1="49320" x2="36155" y2="44667"/>
                        <a14:foregroundMark x1="36155" y1="44667" x2="34865" y2="32999"/>
                        <a14:foregroundMark x1="34865" y1="32999" x2="24506" y2="12885"/>
                        <a14:foregroundMark x1="15075" y1="69864" x2="24950" y2="75877"/>
                        <a14:foregroundMark x1="24950" y1="75877" x2="48851" y2="77309"/>
                        <a14:foregroundMark x1="48851" y1="77309" x2="55865" y2="77237"/>
                        <a14:foregroundMark x1="55865" y1="77237" x2="74164" y2="77810"/>
                        <a14:foregroundMark x1="74164" y1="77810" x2="84119" y2="76593"/>
                        <a14:foregroundMark x1="84119" y1="76593" x2="71383" y2="68074"/>
                        <a14:foregroundMark x1="71383" y1="68074" x2="17412" y2="67931"/>
                        <a14:foregroundMark x1="17412" y1="67931" x2="14228" y2="69578"/>
                        <a14:foregroundMark x1="9875" y1="88332" x2="30875" y2="87473"/>
                        <a14:foregroundMark x1="30875" y1="87473" x2="57477" y2="90838"/>
                        <a14:foregroundMark x1="57477" y1="90838" x2="91294" y2="88046"/>
                        <a14:foregroundMark x1="91294" y1="88046" x2="85449" y2="80458"/>
                        <a14:foregroundMark x1="85449" y1="80458" x2="8424" y2="82105"/>
                        <a14:foregroundMark x1="8424" y1="82105" x2="10157" y2="8733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933" y="6101943"/>
            <a:ext cx="1123236" cy="632471"/>
          </a:xfrm>
          <a:prstGeom prst="rect">
            <a:avLst/>
          </a:prstGeom>
        </p:spPr>
      </p:pic>
      <p:pic>
        <p:nvPicPr>
          <p:cNvPr id="23" name="Imagem 22" descr="Ícone&#10;&#10;Descrição gerada automaticamente">
            <a:extLst>
              <a:ext uri="{FF2B5EF4-FFF2-40B4-BE49-F238E27FC236}">
                <a16:creationId xmlns:a16="http://schemas.microsoft.com/office/drawing/2014/main" id="{7C00DF37-D126-BA39-C54D-BAB33A3F93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64362" y="236785"/>
            <a:ext cx="431674" cy="431674"/>
          </a:xfrm>
          <a:prstGeom prst="rect">
            <a:avLst/>
          </a:prstGeom>
        </p:spPr>
      </p:pic>
      <p:pic>
        <p:nvPicPr>
          <p:cNvPr id="24" name="Imagem 23" descr="Ícone&#10;&#10;Descrição gerada automaticamente">
            <a:extLst>
              <a:ext uri="{FF2B5EF4-FFF2-40B4-BE49-F238E27FC236}">
                <a16:creationId xmlns:a16="http://schemas.microsoft.com/office/drawing/2014/main" id="{966483FD-8613-EE68-2B09-E9033519AE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44" y="227106"/>
            <a:ext cx="431674" cy="43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144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C1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4440DE0C-A90C-FCA5-8157-CF5CFED73804}"/>
              </a:ext>
            </a:extLst>
          </p:cNvPr>
          <p:cNvSpPr/>
          <p:nvPr/>
        </p:nvSpPr>
        <p:spPr>
          <a:xfrm>
            <a:off x="-9331" y="-6143"/>
            <a:ext cx="1057370" cy="6892136"/>
          </a:xfrm>
          <a:prstGeom prst="roundRect">
            <a:avLst>
              <a:gd name="adj" fmla="val 0"/>
            </a:avLst>
          </a:prstGeom>
          <a:solidFill>
            <a:srgbClr val="053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3BFD4A4C-3290-F26A-CFAD-7838697FE8BB}"/>
              </a:ext>
            </a:extLst>
          </p:cNvPr>
          <p:cNvSpPr/>
          <p:nvPr/>
        </p:nvSpPr>
        <p:spPr>
          <a:xfrm rot="5400000">
            <a:off x="5628252" y="-5634395"/>
            <a:ext cx="954159" cy="12192001"/>
          </a:xfrm>
          <a:prstGeom prst="roundRect">
            <a:avLst>
              <a:gd name="adj" fmla="val 0"/>
            </a:avLst>
          </a:prstGeom>
          <a:gradFill flip="none" rotWithShape="1">
            <a:gsLst>
              <a:gs pos="82400">
                <a:srgbClr val="1D4450"/>
              </a:gs>
              <a:gs pos="0">
                <a:srgbClr val="05313D"/>
              </a:gs>
              <a:gs pos="50000">
                <a:srgbClr val="1E4550"/>
              </a:gs>
              <a:gs pos="100000">
                <a:srgbClr val="0E3844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9C00628-4656-9BD6-B1CD-6D51C6EE0CA4}"/>
              </a:ext>
            </a:extLst>
          </p:cNvPr>
          <p:cNvSpPr/>
          <p:nvPr/>
        </p:nvSpPr>
        <p:spPr>
          <a:xfrm rot="5400000">
            <a:off x="-72568" y="2257527"/>
            <a:ext cx="5778585" cy="3350751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526DA95-8E8C-8C98-C2A6-52F1C1B5CC68}"/>
              </a:ext>
            </a:extLst>
          </p:cNvPr>
          <p:cNvSpPr/>
          <p:nvPr/>
        </p:nvSpPr>
        <p:spPr>
          <a:xfrm rot="5400000">
            <a:off x="9646642" y="-215883"/>
            <a:ext cx="1240204" cy="3772447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8B641CCE-DEC6-EC20-6571-01D0AD3CB320}"/>
              </a:ext>
            </a:extLst>
          </p:cNvPr>
          <p:cNvSpPr/>
          <p:nvPr/>
        </p:nvSpPr>
        <p:spPr>
          <a:xfrm rot="5400000">
            <a:off x="6805752" y="1460194"/>
            <a:ext cx="3084610" cy="7609823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F8C70831-AFD7-ECF3-69B6-03051B598613}"/>
              </a:ext>
            </a:extLst>
          </p:cNvPr>
          <p:cNvSpPr/>
          <p:nvPr/>
        </p:nvSpPr>
        <p:spPr>
          <a:xfrm>
            <a:off x="8850188" y="64995"/>
            <a:ext cx="3246540" cy="775255"/>
          </a:xfrm>
          <a:prstGeom prst="roundRect">
            <a:avLst/>
          </a:prstGeom>
          <a:gradFill flip="none" rotWithShape="1">
            <a:gsLst>
              <a:gs pos="0">
                <a:srgbClr val="506E77">
                  <a:shade val="30000"/>
                  <a:satMod val="115000"/>
                </a:srgbClr>
              </a:gs>
              <a:gs pos="50000">
                <a:srgbClr val="506E77">
                  <a:shade val="67500"/>
                  <a:satMod val="115000"/>
                </a:srgbClr>
              </a:gs>
              <a:gs pos="100000">
                <a:srgbClr val="506E77">
                  <a:shade val="100000"/>
                  <a:satMod val="115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24E93F5D-A8D6-5F83-54EF-84F485C1E83C}"/>
              </a:ext>
            </a:extLst>
          </p:cNvPr>
          <p:cNvSpPr/>
          <p:nvPr/>
        </p:nvSpPr>
        <p:spPr>
          <a:xfrm>
            <a:off x="5388139" y="64995"/>
            <a:ext cx="3246540" cy="775255"/>
          </a:xfrm>
          <a:prstGeom prst="roundRect">
            <a:avLst/>
          </a:prstGeom>
          <a:solidFill>
            <a:srgbClr val="4162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FC934882-A0F5-6E07-72B6-EB13843ECBAA}"/>
              </a:ext>
            </a:extLst>
          </p:cNvPr>
          <p:cNvSpPr/>
          <p:nvPr/>
        </p:nvSpPr>
        <p:spPr>
          <a:xfrm rot="5400000">
            <a:off x="5842200" y="-215882"/>
            <a:ext cx="1240205" cy="3772449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CFA3F67A-C369-CAC6-C9E4-650DE117F2C3}"/>
              </a:ext>
            </a:extLst>
          </p:cNvPr>
          <p:cNvSpPr/>
          <p:nvPr/>
        </p:nvSpPr>
        <p:spPr>
          <a:xfrm rot="5400000">
            <a:off x="9646642" y="1120399"/>
            <a:ext cx="1240204" cy="3772447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EFB9C15C-7A53-ACE8-13CD-2596FB491419}"/>
              </a:ext>
            </a:extLst>
          </p:cNvPr>
          <p:cNvSpPr/>
          <p:nvPr/>
        </p:nvSpPr>
        <p:spPr>
          <a:xfrm rot="5400000">
            <a:off x="5842200" y="1120398"/>
            <a:ext cx="1240205" cy="3772449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6" name="Imagem 15" descr="Logotipo&#10;&#10;Descrição gerada automaticamente com confiança média">
            <a:extLst>
              <a:ext uri="{FF2B5EF4-FFF2-40B4-BE49-F238E27FC236}">
                <a16:creationId xmlns:a16="http://schemas.microsoft.com/office/drawing/2014/main" id="{E00A4C72-EA17-0F95-4B6A-DCA565E78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50" b="89979" l="8424" r="90367">
                        <a14:foregroundMark x1="24063" y1="12885" x2="8948" y2="60057"/>
                        <a14:foregroundMark x1="8948" y1="60057" x2="40185" y2="63135"/>
                        <a14:foregroundMark x1="40185" y1="63135" x2="50544" y2="60415"/>
                        <a14:foregroundMark x1="50544" y1="60415" x2="80371" y2="63350"/>
                        <a14:foregroundMark x1="80371" y1="63350" x2="87304" y2="62921"/>
                        <a14:foregroundMark x1="87304" y1="62921" x2="87626" y2="48604"/>
                        <a14:foregroundMark x1="87626" y1="48604" x2="90367" y2="38511"/>
                        <a14:foregroundMark x1="90367" y1="38511" x2="47037" y2="37437"/>
                        <a14:foregroundMark x1="47037" y1="37437" x2="43047" y2="49320"/>
                        <a14:foregroundMark x1="43047" y1="49320" x2="36155" y2="44667"/>
                        <a14:foregroundMark x1="36155" y1="44667" x2="34865" y2="32999"/>
                        <a14:foregroundMark x1="34865" y1="32999" x2="24506" y2="12885"/>
                        <a14:foregroundMark x1="15075" y1="69864" x2="24950" y2="75877"/>
                        <a14:foregroundMark x1="24950" y1="75877" x2="48851" y2="77309"/>
                        <a14:foregroundMark x1="48851" y1="77309" x2="55865" y2="77237"/>
                        <a14:foregroundMark x1="55865" y1="77237" x2="74164" y2="77810"/>
                        <a14:foregroundMark x1="74164" y1="77810" x2="84119" y2="76593"/>
                        <a14:foregroundMark x1="84119" y1="76593" x2="71383" y2="68074"/>
                        <a14:foregroundMark x1="71383" y1="68074" x2="17412" y2="67931"/>
                        <a14:foregroundMark x1="17412" y1="67931" x2="14228" y2="69578"/>
                        <a14:foregroundMark x1="9875" y1="88332" x2="30875" y2="87473"/>
                        <a14:foregroundMark x1="30875" y1="87473" x2="57477" y2="90838"/>
                        <a14:foregroundMark x1="57477" y1="90838" x2="91294" y2="88046"/>
                        <a14:foregroundMark x1="91294" y1="88046" x2="85449" y2="80458"/>
                        <a14:foregroundMark x1="85449" y1="80458" x2="8424" y2="82105"/>
                        <a14:foregroundMark x1="8424" y1="82105" x2="10157" y2="8733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933" y="6101943"/>
            <a:ext cx="1123236" cy="632471"/>
          </a:xfrm>
          <a:prstGeom prst="rect">
            <a:avLst/>
          </a:prstGeom>
        </p:spPr>
      </p:pic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EFE670F4-4E21-1D0D-3A20-E08751004D3E}"/>
              </a:ext>
            </a:extLst>
          </p:cNvPr>
          <p:cNvSpPr/>
          <p:nvPr/>
        </p:nvSpPr>
        <p:spPr>
          <a:xfrm>
            <a:off x="1926090" y="64995"/>
            <a:ext cx="3246540" cy="775255"/>
          </a:xfrm>
          <a:prstGeom prst="roundRect">
            <a:avLst/>
          </a:prstGeom>
          <a:gradFill flip="none" rotWithShape="1">
            <a:gsLst>
              <a:gs pos="0">
                <a:srgbClr val="506E77">
                  <a:shade val="30000"/>
                  <a:satMod val="115000"/>
                </a:srgbClr>
              </a:gs>
              <a:gs pos="50000">
                <a:srgbClr val="506E77">
                  <a:shade val="67500"/>
                  <a:satMod val="115000"/>
                </a:srgbClr>
              </a:gs>
              <a:gs pos="100000">
                <a:srgbClr val="506E77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" name="Imagem 19" descr="Ícone&#10;&#10;Descrição gerada automaticamente">
            <a:extLst>
              <a:ext uri="{FF2B5EF4-FFF2-40B4-BE49-F238E27FC236}">
                <a16:creationId xmlns:a16="http://schemas.microsoft.com/office/drawing/2014/main" id="{F4B8545D-BEC1-6F65-9622-69AEC05FA4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64362" y="236785"/>
            <a:ext cx="431674" cy="431674"/>
          </a:xfrm>
          <a:prstGeom prst="rect">
            <a:avLst/>
          </a:prstGeom>
        </p:spPr>
      </p:pic>
      <p:pic>
        <p:nvPicPr>
          <p:cNvPr id="21" name="Imagem 20" descr="Ícone&#10;&#10;Descrição gerada automaticamente">
            <a:extLst>
              <a:ext uri="{FF2B5EF4-FFF2-40B4-BE49-F238E27FC236}">
                <a16:creationId xmlns:a16="http://schemas.microsoft.com/office/drawing/2014/main" id="{CBE2F4D3-859F-A80F-C016-76F5BAC8A0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44" y="227106"/>
            <a:ext cx="431674" cy="43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100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C1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ED51C1E7-F8EA-0F0E-7BA6-2668D0642A98}"/>
              </a:ext>
            </a:extLst>
          </p:cNvPr>
          <p:cNvSpPr/>
          <p:nvPr/>
        </p:nvSpPr>
        <p:spPr>
          <a:xfrm rot="5400000">
            <a:off x="-72568" y="2257527"/>
            <a:ext cx="5778585" cy="3350751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FFEED20-0FEA-DC0E-D63E-EB812136F226}"/>
              </a:ext>
            </a:extLst>
          </p:cNvPr>
          <p:cNvSpPr/>
          <p:nvPr/>
        </p:nvSpPr>
        <p:spPr>
          <a:xfrm rot="5400000">
            <a:off x="9646642" y="-215883"/>
            <a:ext cx="1240204" cy="3772447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BE8AAF16-0004-E644-FC20-36323B87AEB3}"/>
              </a:ext>
            </a:extLst>
          </p:cNvPr>
          <p:cNvSpPr/>
          <p:nvPr/>
        </p:nvSpPr>
        <p:spPr>
          <a:xfrm rot="5400000">
            <a:off x="6805752" y="1460194"/>
            <a:ext cx="3084610" cy="7609823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4EB0A0EB-D639-3486-0203-0FDEEEAEE7E0}"/>
              </a:ext>
            </a:extLst>
          </p:cNvPr>
          <p:cNvSpPr/>
          <p:nvPr/>
        </p:nvSpPr>
        <p:spPr>
          <a:xfrm rot="5400000">
            <a:off x="5842200" y="-215882"/>
            <a:ext cx="1240205" cy="3772449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C1D63964-5C78-90AB-1A78-8E59194DF233}"/>
              </a:ext>
            </a:extLst>
          </p:cNvPr>
          <p:cNvSpPr/>
          <p:nvPr/>
        </p:nvSpPr>
        <p:spPr>
          <a:xfrm rot="5400000">
            <a:off x="9646642" y="1120399"/>
            <a:ext cx="1240204" cy="3772447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E6257F29-7A02-ABE6-5D31-90C329542320}"/>
              </a:ext>
            </a:extLst>
          </p:cNvPr>
          <p:cNvSpPr/>
          <p:nvPr/>
        </p:nvSpPr>
        <p:spPr>
          <a:xfrm rot="5400000">
            <a:off x="5842200" y="1120398"/>
            <a:ext cx="1240205" cy="3772449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23AF0A0-40BD-ADE4-423E-058777B0048B}"/>
              </a:ext>
            </a:extLst>
          </p:cNvPr>
          <p:cNvSpPr/>
          <p:nvPr/>
        </p:nvSpPr>
        <p:spPr>
          <a:xfrm>
            <a:off x="-9331" y="-15474"/>
            <a:ext cx="1057370" cy="6892135"/>
          </a:xfrm>
          <a:prstGeom prst="roundRect">
            <a:avLst>
              <a:gd name="adj" fmla="val 0"/>
            </a:avLst>
          </a:prstGeom>
          <a:solidFill>
            <a:srgbClr val="053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9764541F-18FC-F0B4-9893-BF3967FDBCEE}"/>
              </a:ext>
            </a:extLst>
          </p:cNvPr>
          <p:cNvSpPr/>
          <p:nvPr/>
        </p:nvSpPr>
        <p:spPr>
          <a:xfrm rot="5400000">
            <a:off x="5628252" y="-5634395"/>
            <a:ext cx="954159" cy="12192001"/>
          </a:xfrm>
          <a:prstGeom prst="roundRect">
            <a:avLst>
              <a:gd name="adj" fmla="val 0"/>
            </a:avLst>
          </a:prstGeom>
          <a:gradFill flip="none" rotWithShape="1">
            <a:gsLst>
              <a:gs pos="82400">
                <a:srgbClr val="1D4450"/>
              </a:gs>
              <a:gs pos="0">
                <a:srgbClr val="05313D"/>
              </a:gs>
              <a:gs pos="50000">
                <a:srgbClr val="1E4550"/>
              </a:gs>
              <a:gs pos="100000">
                <a:srgbClr val="0E3844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 descr="Logotipo&#10;&#10;Descrição gerada automaticamente com confiança média">
            <a:extLst>
              <a:ext uri="{FF2B5EF4-FFF2-40B4-BE49-F238E27FC236}">
                <a16:creationId xmlns:a16="http://schemas.microsoft.com/office/drawing/2014/main" id="{47898A8C-B6B1-796B-D4BD-C8AE8283FC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50" b="89979" l="8424" r="90367">
                        <a14:foregroundMark x1="24063" y1="12885" x2="8948" y2="60057"/>
                        <a14:foregroundMark x1="8948" y1="60057" x2="40185" y2="63135"/>
                        <a14:foregroundMark x1="40185" y1="63135" x2="50544" y2="60415"/>
                        <a14:foregroundMark x1="50544" y1="60415" x2="80371" y2="63350"/>
                        <a14:foregroundMark x1="80371" y1="63350" x2="87304" y2="62921"/>
                        <a14:foregroundMark x1="87304" y1="62921" x2="87626" y2="48604"/>
                        <a14:foregroundMark x1="87626" y1="48604" x2="90367" y2="38511"/>
                        <a14:foregroundMark x1="90367" y1="38511" x2="47037" y2="37437"/>
                        <a14:foregroundMark x1="47037" y1="37437" x2="43047" y2="49320"/>
                        <a14:foregroundMark x1="43047" y1="49320" x2="36155" y2="44667"/>
                        <a14:foregroundMark x1="36155" y1="44667" x2="34865" y2="32999"/>
                        <a14:foregroundMark x1="34865" y1="32999" x2="24506" y2="12885"/>
                        <a14:foregroundMark x1="15075" y1="69864" x2="24950" y2="75877"/>
                        <a14:foregroundMark x1="24950" y1="75877" x2="48851" y2="77309"/>
                        <a14:foregroundMark x1="48851" y1="77309" x2="55865" y2="77237"/>
                        <a14:foregroundMark x1="55865" y1="77237" x2="74164" y2="77810"/>
                        <a14:foregroundMark x1="74164" y1="77810" x2="84119" y2="76593"/>
                        <a14:foregroundMark x1="84119" y1="76593" x2="71383" y2="68074"/>
                        <a14:foregroundMark x1="71383" y1="68074" x2="17412" y2="67931"/>
                        <a14:foregroundMark x1="17412" y1="67931" x2="14228" y2="69578"/>
                        <a14:foregroundMark x1="9875" y1="88332" x2="30875" y2="87473"/>
                        <a14:foregroundMark x1="30875" y1="87473" x2="57477" y2="90838"/>
                        <a14:foregroundMark x1="57477" y1="90838" x2="91294" y2="88046"/>
                        <a14:foregroundMark x1="91294" y1="88046" x2="85449" y2="80458"/>
                        <a14:foregroundMark x1="85449" y1="80458" x2="8424" y2="82105"/>
                        <a14:foregroundMark x1="8424" y1="82105" x2="10157" y2="8733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933" y="6101943"/>
            <a:ext cx="1123236" cy="632471"/>
          </a:xfrm>
          <a:prstGeom prst="rect">
            <a:avLst/>
          </a:prstGeom>
        </p:spPr>
      </p:pic>
      <p:pic>
        <p:nvPicPr>
          <p:cNvPr id="19" name="Imagem 18" descr="Ícone&#10;&#10;Descrição gerada automaticamente">
            <a:extLst>
              <a:ext uri="{FF2B5EF4-FFF2-40B4-BE49-F238E27FC236}">
                <a16:creationId xmlns:a16="http://schemas.microsoft.com/office/drawing/2014/main" id="{A901D9BA-1BA1-4C77-B25F-4EC3B74C5C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64362" y="236785"/>
            <a:ext cx="431674" cy="431674"/>
          </a:xfrm>
          <a:prstGeom prst="rect">
            <a:avLst/>
          </a:prstGeom>
        </p:spPr>
      </p:pic>
      <p:pic>
        <p:nvPicPr>
          <p:cNvPr id="20" name="Imagem 19" descr="Ícone&#10;&#10;Descrição gerada automaticamente">
            <a:extLst>
              <a:ext uri="{FF2B5EF4-FFF2-40B4-BE49-F238E27FC236}">
                <a16:creationId xmlns:a16="http://schemas.microsoft.com/office/drawing/2014/main" id="{72DD3D61-D4FA-FFE0-E923-21BCFE4CE9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44" y="227106"/>
            <a:ext cx="431674" cy="43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238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C1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BC75A9A0-8AB4-BBD1-2154-0F9A45BF5A43}"/>
              </a:ext>
            </a:extLst>
          </p:cNvPr>
          <p:cNvSpPr/>
          <p:nvPr/>
        </p:nvSpPr>
        <p:spPr>
          <a:xfrm>
            <a:off x="-9332" y="-15474"/>
            <a:ext cx="1048039" cy="6892135"/>
          </a:xfrm>
          <a:prstGeom prst="roundRect">
            <a:avLst>
              <a:gd name="adj" fmla="val 0"/>
            </a:avLst>
          </a:prstGeom>
          <a:solidFill>
            <a:srgbClr val="053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73D25E4-AB5A-AD29-2022-47855EE60EC5}"/>
              </a:ext>
            </a:extLst>
          </p:cNvPr>
          <p:cNvSpPr/>
          <p:nvPr/>
        </p:nvSpPr>
        <p:spPr>
          <a:xfrm rot="5400000">
            <a:off x="5784428" y="-5799900"/>
            <a:ext cx="632473" cy="12201332"/>
          </a:xfrm>
          <a:prstGeom prst="roundRect">
            <a:avLst>
              <a:gd name="adj" fmla="val 0"/>
            </a:avLst>
          </a:prstGeom>
          <a:gradFill flip="none" rotWithShape="1">
            <a:gsLst>
              <a:gs pos="82400">
                <a:srgbClr val="1D4450"/>
              </a:gs>
              <a:gs pos="0">
                <a:srgbClr val="05313D"/>
              </a:gs>
              <a:gs pos="50000">
                <a:srgbClr val="1E4550"/>
              </a:gs>
              <a:gs pos="100000">
                <a:srgbClr val="0E3844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8" name="Imagem 17" descr="Logotipo&#10;&#10;Descrição gerada automaticamente com confiança média">
            <a:extLst>
              <a:ext uri="{FF2B5EF4-FFF2-40B4-BE49-F238E27FC236}">
                <a16:creationId xmlns:a16="http://schemas.microsoft.com/office/drawing/2014/main" id="{4860DFF8-0112-C1C8-0277-8B420644C5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50" b="89979" l="8424" r="90367">
                        <a14:foregroundMark x1="24063" y1="12885" x2="8948" y2="60057"/>
                        <a14:foregroundMark x1="8948" y1="60057" x2="40185" y2="63135"/>
                        <a14:foregroundMark x1="40185" y1="63135" x2="50544" y2="60415"/>
                        <a14:foregroundMark x1="50544" y1="60415" x2="80371" y2="63350"/>
                        <a14:foregroundMark x1="80371" y1="63350" x2="87304" y2="62921"/>
                        <a14:foregroundMark x1="87304" y1="62921" x2="87626" y2="48604"/>
                        <a14:foregroundMark x1="87626" y1="48604" x2="90367" y2="38511"/>
                        <a14:foregroundMark x1="90367" y1="38511" x2="47037" y2="37437"/>
                        <a14:foregroundMark x1="47037" y1="37437" x2="43047" y2="49320"/>
                        <a14:foregroundMark x1="43047" y1="49320" x2="36155" y2="44667"/>
                        <a14:foregroundMark x1="36155" y1="44667" x2="34865" y2="32999"/>
                        <a14:foregroundMark x1="34865" y1="32999" x2="24506" y2="12885"/>
                        <a14:foregroundMark x1="15075" y1="69864" x2="24950" y2="75877"/>
                        <a14:foregroundMark x1="24950" y1="75877" x2="48851" y2="77309"/>
                        <a14:foregroundMark x1="48851" y1="77309" x2="55865" y2="77237"/>
                        <a14:foregroundMark x1="55865" y1="77237" x2="74164" y2="77810"/>
                        <a14:foregroundMark x1="74164" y1="77810" x2="84119" y2="76593"/>
                        <a14:foregroundMark x1="84119" y1="76593" x2="71383" y2="68074"/>
                        <a14:foregroundMark x1="71383" y1="68074" x2="17412" y2="67931"/>
                        <a14:foregroundMark x1="17412" y1="67931" x2="14228" y2="69578"/>
                        <a14:foregroundMark x1="9875" y1="88332" x2="30875" y2="87473"/>
                        <a14:foregroundMark x1="30875" y1="87473" x2="57477" y2="90838"/>
                        <a14:foregroundMark x1="57477" y1="90838" x2="91294" y2="88046"/>
                        <a14:foregroundMark x1="91294" y1="88046" x2="85449" y2="80458"/>
                        <a14:foregroundMark x1="85449" y1="80458" x2="8424" y2="82105"/>
                        <a14:foregroundMark x1="8424" y1="82105" x2="10157" y2="8733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933" y="6101943"/>
            <a:ext cx="1123236" cy="632471"/>
          </a:xfrm>
          <a:prstGeom prst="rect">
            <a:avLst/>
          </a:prstGeom>
        </p:spPr>
      </p:pic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EF3C31C5-0E9E-B920-ABD8-B77F2EC8D1DB}"/>
              </a:ext>
            </a:extLst>
          </p:cNvPr>
          <p:cNvSpPr/>
          <p:nvPr/>
        </p:nvSpPr>
        <p:spPr>
          <a:xfrm>
            <a:off x="38444" y="2454748"/>
            <a:ext cx="915845" cy="516923"/>
          </a:xfrm>
          <a:prstGeom prst="roundRect">
            <a:avLst/>
          </a:prstGeom>
          <a:solidFill>
            <a:srgbClr val="506E77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/>
              <a:t>UNIFORME MASCULINO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61CA9287-FED9-60AB-C257-8046381CC6B9}"/>
              </a:ext>
            </a:extLst>
          </p:cNvPr>
          <p:cNvSpPr/>
          <p:nvPr/>
        </p:nvSpPr>
        <p:spPr>
          <a:xfrm>
            <a:off x="38444" y="3227888"/>
            <a:ext cx="915845" cy="516923"/>
          </a:xfrm>
          <a:prstGeom prst="roundRect">
            <a:avLst/>
          </a:prstGeom>
          <a:solidFill>
            <a:srgbClr val="506E77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/>
              <a:t>ENTRADA E SAIDA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EF17E9E0-E4FF-9D2B-5007-CA7DE9A4AB12}"/>
              </a:ext>
            </a:extLst>
          </p:cNvPr>
          <p:cNvSpPr/>
          <p:nvPr/>
        </p:nvSpPr>
        <p:spPr>
          <a:xfrm>
            <a:off x="36440" y="1681608"/>
            <a:ext cx="924613" cy="516923"/>
          </a:xfrm>
          <a:prstGeom prst="roundRect">
            <a:avLst/>
          </a:prstGeom>
          <a:solidFill>
            <a:srgbClr val="A0B0B5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rgbClr val="1D4450"/>
                </a:solidFill>
              </a:rPr>
              <a:t>UNIFORME FEMININO</a:t>
            </a: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5FA9686C-233E-E9CB-0A91-16AB329DD1BD}"/>
              </a:ext>
            </a:extLst>
          </p:cNvPr>
          <p:cNvSpPr/>
          <p:nvPr/>
        </p:nvSpPr>
        <p:spPr>
          <a:xfrm rot="5400000">
            <a:off x="653423" y="1230823"/>
            <a:ext cx="5986627" cy="4991831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6F5A945A-CF5D-F525-1185-FC8D80CD79DD}"/>
              </a:ext>
            </a:extLst>
          </p:cNvPr>
          <p:cNvSpPr/>
          <p:nvPr/>
        </p:nvSpPr>
        <p:spPr>
          <a:xfrm rot="5400000">
            <a:off x="7791290" y="1711081"/>
            <a:ext cx="2678805" cy="5712421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6978003E-C296-E369-008D-6BB09622C9CF}"/>
              </a:ext>
            </a:extLst>
          </p:cNvPr>
          <p:cNvSpPr/>
          <p:nvPr/>
        </p:nvSpPr>
        <p:spPr>
          <a:xfrm rot="5400000">
            <a:off x="6846453" y="161456"/>
            <a:ext cx="715273" cy="1859211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EFBDF87C-B321-45F5-14E7-7AA73014CC86}"/>
              </a:ext>
            </a:extLst>
          </p:cNvPr>
          <p:cNvSpPr/>
          <p:nvPr/>
        </p:nvSpPr>
        <p:spPr>
          <a:xfrm rot="5400000">
            <a:off x="8773056" y="162042"/>
            <a:ext cx="715273" cy="1859211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E25C6F85-8A35-1D0C-37F6-D5B6F2AA5106}"/>
              </a:ext>
            </a:extLst>
          </p:cNvPr>
          <p:cNvSpPr/>
          <p:nvPr/>
        </p:nvSpPr>
        <p:spPr>
          <a:xfrm rot="5400000">
            <a:off x="10699659" y="158391"/>
            <a:ext cx="715273" cy="1859211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E9636E49-52DF-A622-E068-2F1444FE0FC1}"/>
              </a:ext>
            </a:extLst>
          </p:cNvPr>
          <p:cNvSpPr/>
          <p:nvPr/>
        </p:nvSpPr>
        <p:spPr>
          <a:xfrm rot="5400000">
            <a:off x="6846453" y="992840"/>
            <a:ext cx="715273" cy="1859211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F78D945A-878C-95B0-3DB5-02A2CCDB3456}"/>
              </a:ext>
            </a:extLst>
          </p:cNvPr>
          <p:cNvSpPr/>
          <p:nvPr/>
        </p:nvSpPr>
        <p:spPr>
          <a:xfrm rot="5400000">
            <a:off x="8771716" y="999334"/>
            <a:ext cx="715273" cy="1859211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C8CABD5D-3E47-5AE5-E4E5-7BE71D4871CB}"/>
              </a:ext>
            </a:extLst>
          </p:cNvPr>
          <p:cNvSpPr/>
          <p:nvPr/>
        </p:nvSpPr>
        <p:spPr>
          <a:xfrm rot="5400000">
            <a:off x="10699659" y="999333"/>
            <a:ext cx="715273" cy="1859211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Retângulo: Cantos Arredondados 47">
            <a:extLst>
              <a:ext uri="{FF2B5EF4-FFF2-40B4-BE49-F238E27FC236}">
                <a16:creationId xmlns:a16="http://schemas.microsoft.com/office/drawing/2014/main" id="{5CAC9684-C2E3-6DD2-2B24-4B9EC59257D3}"/>
              </a:ext>
            </a:extLst>
          </p:cNvPr>
          <p:cNvSpPr/>
          <p:nvPr/>
        </p:nvSpPr>
        <p:spPr>
          <a:xfrm rot="5400000">
            <a:off x="8801221" y="5432810"/>
            <a:ext cx="715273" cy="1859211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21B88E4E-CBC4-14D5-9741-C7C56AA4F403}"/>
              </a:ext>
            </a:extLst>
          </p:cNvPr>
          <p:cNvSpPr/>
          <p:nvPr/>
        </p:nvSpPr>
        <p:spPr>
          <a:xfrm>
            <a:off x="1038707" y="69933"/>
            <a:ext cx="3364273" cy="461666"/>
          </a:xfrm>
          <a:prstGeom prst="roundRect">
            <a:avLst/>
          </a:prstGeom>
          <a:gradFill flip="none" rotWithShape="1">
            <a:gsLst>
              <a:gs pos="0">
                <a:srgbClr val="506E77">
                  <a:shade val="30000"/>
                  <a:satMod val="115000"/>
                </a:srgbClr>
              </a:gs>
              <a:gs pos="50000">
                <a:srgbClr val="506E77">
                  <a:shade val="67500"/>
                  <a:satMod val="115000"/>
                </a:srgbClr>
              </a:gs>
              <a:gs pos="100000">
                <a:srgbClr val="506E77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FC4D271A-45D9-58BD-738D-062F6942BEF0}"/>
              </a:ext>
            </a:extLst>
          </p:cNvPr>
          <p:cNvSpPr txBox="1">
            <a:spLocks/>
          </p:cNvSpPr>
          <p:nvPr/>
        </p:nvSpPr>
        <p:spPr>
          <a:xfrm>
            <a:off x="1058421" y="69934"/>
            <a:ext cx="3037329" cy="4616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bg1">
                    <a:lumMod val="85000"/>
                  </a:schemeClr>
                </a:solidFill>
              </a:rPr>
              <a:t>Uniforme Feminino</a:t>
            </a:r>
          </a:p>
        </p:txBody>
      </p:sp>
      <p:sp>
        <p:nvSpPr>
          <p:cNvPr id="51" name="Retângulo: Cantos Arredondados 50">
            <a:extLst>
              <a:ext uri="{FF2B5EF4-FFF2-40B4-BE49-F238E27FC236}">
                <a16:creationId xmlns:a16="http://schemas.microsoft.com/office/drawing/2014/main" id="{977D8EB5-93B3-1592-BC57-E237DD8673E2}"/>
              </a:ext>
            </a:extLst>
          </p:cNvPr>
          <p:cNvSpPr/>
          <p:nvPr/>
        </p:nvSpPr>
        <p:spPr>
          <a:xfrm rot="5400000">
            <a:off x="8801221" y="1842562"/>
            <a:ext cx="715273" cy="1859211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03808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C1C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0EA46F-A076-D12E-47B5-60AB5AD16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854E03E9-5466-09F4-7DB7-9EFFFC52D181}"/>
              </a:ext>
            </a:extLst>
          </p:cNvPr>
          <p:cNvSpPr/>
          <p:nvPr/>
        </p:nvSpPr>
        <p:spPr>
          <a:xfrm>
            <a:off x="-9332" y="-15474"/>
            <a:ext cx="1048039" cy="6892135"/>
          </a:xfrm>
          <a:prstGeom prst="roundRect">
            <a:avLst>
              <a:gd name="adj" fmla="val 0"/>
            </a:avLst>
          </a:prstGeom>
          <a:solidFill>
            <a:srgbClr val="053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8E365C70-0EF3-D339-D082-C98E3953A92F}"/>
              </a:ext>
            </a:extLst>
          </p:cNvPr>
          <p:cNvSpPr/>
          <p:nvPr/>
        </p:nvSpPr>
        <p:spPr>
          <a:xfrm rot="5400000">
            <a:off x="5784428" y="-5799900"/>
            <a:ext cx="632473" cy="12201332"/>
          </a:xfrm>
          <a:prstGeom prst="roundRect">
            <a:avLst>
              <a:gd name="adj" fmla="val 0"/>
            </a:avLst>
          </a:prstGeom>
          <a:gradFill flip="none" rotWithShape="1">
            <a:gsLst>
              <a:gs pos="82400">
                <a:srgbClr val="1D4450"/>
              </a:gs>
              <a:gs pos="0">
                <a:srgbClr val="05313D"/>
              </a:gs>
              <a:gs pos="50000">
                <a:srgbClr val="1E4550"/>
              </a:gs>
              <a:gs pos="100000">
                <a:srgbClr val="0E3844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8" name="Imagem 17" descr="Logotipo&#10;&#10;Descrição gerada automaticamente com confiança média">
            <a:extLst>
              <a:ext uri="{FF2B5EF4-FFF2-40B4-BE49-F238E27FC236}">
                <a16:creationId xmlns:a16="http://schemas.microsoft.com/office/drawing/2014/main" id="{B8D5191A-2DCD-EBDD-4D39-25B3394C19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50" b="89979" l="8424" r="90367">
                        <a14:foregroundMark x1="24063" y1="12885" x2="8948" y2="60057"/>
                        <a14:foregroundMark x1="8948" y1="60057" x2="40185" y2="63135"/>
                        <a14:foregroundMark x1="40185" y1="63135" x2="50544" y2="60415"/>
                        <a14:foregroundMark x1="50544" y1="60415" x2="80371" y2="63350"/>
                        <a14:foregroundMark x1="80371" y1="63350" x2="87304" y2="62921"/>
                        <a14:foregroundMark x1="87304" y1="62921" x2="87626" y2="48604"/>
                        <a14:foregroundMark x1="87626" y1="48604" x2="90367" y2="38511"/>
                        <a14:foregroundMark x1="90367" y1="38511" x2="47037" y2="37437"/>
                        <a14:foregroundMark x1="47037" y1="37437" x2="43047" y2="49320"/>
                        <a14:foregroundMark x1="43047" y1="49320" x2="36155" y2="44667"/>
                        <a14:foregroundMark x1="36155" y1="44667" x2="34865" y2="32999"/>
                        <a14:foregroundMark x1="34865" y1="32999" x2="24506" y2="12885"/>
                        <a14:foregroundMark x1="15075" y1="69864" x2="24950" y2="75877"/>
                        <a14:foregroundMark x1="24950" y1="75877" x2="48851" y2="77309"/>
                        <a14:foregroundMark x1="48851" y1="77309" x2="55865" y2="77237"/>
                        <a14:foregroundMark x1="55865" y1="77237" x2="74164" y2="77810"/>
                        <a14:foregroundMark x1="74164" y1="77810" x2="84119" y2="76593"/>
                        <a14:foregroundMark x1="84119" y1="76593" x2="71383" y2="68074"/>
                        <a14:foregroundMark x1="71383" y1="68074" x2="17412" y2="67931"/>
                        <a14:foregroundMark x1="17412" y1="67931" x2="14228" y2="69578"/>
                        <a14:foregroundMark x1="9875" y1="88332" x2="30875" y2="87473"/>
                        <a14:foregroundMark x1="30875" y1="87473" x2="57477" y2="90838"/>
                        <a14:foregroundMark x1="57477" y1="90838" x2="91294" y2="88046"/>
                        <a14:foregroundMark x1="91294" y1="88046" x2="85449" y2="80458"/>
                        <a14:foregroundMark x1="85449" y1="80458" x2="8424" y2="82105"/>
                        <a14:foregroundMark x1="8424" y1="82105" x2="10157" y2="8733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933" y="6101943"/>
            <a:ext cx="1123236" cy="632471"/>
          </a:xfrm>
          <a:prstGeom prst="rect">
            <a:avLst/>
          </a:prstGeom>
        </p:spPr>
      </p:pic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4D6CEA13-FEC7-7B0A-2DFA-04BA1DE3D31E}"/>
              </a:ext>
            </a:extLst>
          </p:cNvPr>
          <p:cNvSpPr/>
          <p:nvPr/>
        </p:nvSpPr>
        <p:spPr>
          <a:xfrm>
            <a:off x="38444" y="3227888"/>
            <a:ext cx="915845" cy="516923"/>
          </a:xfrm>
          <a:prstGeom prst="roundRect">
            <a:avLst/>
          </a:prstGeom>
          <a:solidFill>
            <a:srgbClr val="506E77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/>
              <a:t>ENTRADA E SAIDA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8EF5804-A61F-C18F-1E87-1B6D744330A4}"/>
              </a:ext>
            </a:extLst>
          </p:cNvPr>
          <p:cNvSpPr/>
          <p:nvPr/>
        </p:nvSpPr>
        <p:spPr>
          <a:xfrm>
            <a:off x="45771" y="1672277"/>
            <a:ext cx="924613" cy="516923"/>
          </a:xfrm>
          <a:prstGeom prst="roundRect">
            <a:avLst/>
          </a:prstGeom>
          <a:solidFill>
            <a:srgbClr val="506E77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/>
              <a:t>UNIFORME FEMININO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61D50B54-34B4-BF95-9CDD-6716999F0B34}"/>
              </a:ext>
            </a:extLst>
          </p:cNvPr>
          <p:cNvSpPr/>
          <p:nvPr/>
        </p:nvSpPr>
        <p:spPr>
          <a:xfrm>
            <a:off x="38444" y="2454748"/>
            <a:ext cx="915845" cy="516923"/>
          </a:xfrm>
          <a:prstGeom prst="roundRect">
            <a:avLst/>
          </a:prstGeom>
          <a:solidFill>
            <a:srgbClr val="A0B0B5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rgbClr val="1D4450"/>
                </a:solidFill>
              </a:rPr>
              <a:t>UNIFORME MASCULINO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B1E17799-B699-F9C4-B584-224FF23BCA98}"/>
              </a:ext>
            </a:extLst>
          </p:cNvPr>
          <p:cNvSpPr/>
          <p:nvPr/>
        </p:nvSpPr>
        <p:spPr>
          <a:xfrm rot="5400000">
            <a:off x="653423" y="1230823"/>
            <a:ext cx="5986627" cy="4991831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BD3569D9-2106-11CB-3062-350089131469}"/>
              </a:ext>
            </a:extLst>
          </p:cNvPr>
          <p:cNvSpPr/>
          <p:nvPr/>
        </p:nvSpPr>
        <p:spPr>
          <a:xfrm rot="5400000">
            <a:off x="7358447" y="1278238"/>
            <a:ext cx="3544492" cy="5712421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88724F71-733D-C9A2-42DB-1BF258C05AE0}"/>
              </a:ext>
            </a:extLst>
          </p:cNvPr>
          <p:cNvSpPr/>
          <p:nvPr/>
        </p:nvSpPr>
        <p:spPr>
          <a:xfrm rot="5400000">
            <a:off x="6846453" y="161456"/>
            <a:ext cx="715273" cy="1859211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DC01D525-0B7A-BC05-0E38-54A5F1ADA224}"/>
              </a:ext>
            </a:extLst>
          </p:cNvPr>
          <p:cNvSpPr/>
          <p:nvPr/>
        </p:nvSpPr>
        <p:spPr>
          <a:xfrm rot="5400000">
            <a:off x="8773056" y="162042"/>
            <a:ext cx="715273" cy="1859211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1734E1A1-8CC6-C704-8711-F6BDCCF683C5}"/>
              </a:ext>
            </a:extLst>
          </p:cNvPr>
          <p:cNvSpPr/>
          <p:nvPr/>
        </p:nvSpPr>
        <p:spPr>
          <a:xfrm rot="5400000">
            <a:off x="10699659" y="158391"/>
            <a:ext cx="715273" cy="1859211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2E20C2F7-AFE5-50A7-DE08-898C76062DF6}"/>
              </a:ext>
            </a:extLst>
          </p:cNvPr>
          <p:cNvSpPr/>
          <p:nvPr/>
        </p:nvSpPr>
        <p:spPr>
          <a:xfrm rot="5400000">
            <a:off x="6846453" y="992840"/>
            <a:ext cx="715273" cy="1859211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1A09521F-2BD5-FC09-6847-5F547075AC5A}"/>
              </a:ext>
            </a:extLst>
          </p:cNvPr>
          <p:cNvSpPr/>
          <p:nvPr/>
        </p:nvSpPr>
        <p:spPr>
          <a:xfrm rot="5400000">
            <a:off x="8771716" y="999334"/>
            <a:ext cx="715273" cy="1859211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E665A2F5-A6F8-7EB3-F0CE-5494C11D6760}"/>
              </a:ext>
            </a:extLst>
          </p:cNvPr>
          <p:cNvSpPr/>
          <p:nvPr/>
        </p:nvSpPr>
        <p:spPr>
          <a:xfrm rot="5400000">
            <a:off x="10699659" y="999333"/>
            <a:ext cx="715273" cy="1859211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1C175F66-FE8B-D3A5-8ABA-B973300936B3}"/>
              </a:ext>
            </a:extLst>
          </p:cNvPr>
          <p:cNvSpPr/>
          <p:nvPr/>
        </p:nvSpPr>
        <p:spPr>
          <a:xfrm rot="5400000">
            <a:off x="8801221" y="5432810"/>
            <a:ext cx="715273" cy="1859211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8" name="Retângulo: Cantos Arredondados 47">
            <a:extLst>
              <a:ext uri="{FF2B5EF4-FFF2-40B4-BE49-F238E27FC236}">
                <a16:creationId xmlns:a16="http://schemas.microsoft.com/office/drawing/2014/main" id="{E67F260F-AB64-860C-CFDC-1C432C458006}"/>
              </a:ext>
            </a:extLst>
          </p:cNvPr>
          <p:cNvSpPr/>
          <p:nvPr/>
        </p:nvSpPr>
        <p:spPr>
          <a:xfrm>
            <a:off x="1038707" y="69933"/>
            <a:ext cx="3364273" cy="461666"/>
          </a:xfrm>
          <a:prstGeom prst="roundRect">
            <a:avLst/>
          </a:prstGeom>
          <a:gradFill flip="none" rotWithShape="1">
            <a:gsLst>
              <a:gs pos="0">
                <a:srgbClr val="506E77">
                  <a:shade val="30000"/>
                  <a:satMod val="115000"/>
                </a:srgbClr>
              </a:gs>
              <a:gs pos="50000">
                <a:srgbClr val="506E77">
                  <a:shade val="67500"/>
                  <a:satMod val="115000"/>
                </a:srgbClr>
              </a:gs>
              <a:gs pos="100000">
                <a:srgbClr val="506E77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D68014B6-2DBA-22C9-23E9-8C186125DC73}"/>
              </a:ext>
            </a:extLst>
          </p:cNvPr>
          <p:cNvSpPr txBox="1">
            <a:spLocks/>
          </p:cNvSpPr>
          <p:nvPr/>
        </p:nvSpPr>
        <p:spPr>
          <a:xfrm>
            <a:off x="1058421" y="69934"/>
            <a:ext cx="3037329" cy="4616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bg1">
                    <a:lumMod val="85000"/>
                  </a:schemeClr>
                </a:solidFill>
              </a:rPr>
              <a:t>Uniforme Masculino</a:t>
            </a:r>
          </a:p>
        </p:txBody>
      </p:sp>
    </p:spTree>
    <p:extLst>
      <p:ext uri="{BB962C8B-B14F-4D97-AF65-F5344CB8AC3E}">
        <p14:creationId xmlns:p14="http://schemas.microsoft.com/office/powerpoint/2010/main" val="4292362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C1C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DEF2CE-DFEB-C5FF-2822-3C86E6EA9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tângulo: Cantos Arredondados 51">
            <a:extLst>
              <a:ext uri="{FF2B5EF4-FFF2-40B4-BE49-F238E27FC236}">
                <a16:creationId xmlns:a16="http://schemas.microsoft.com/office/drawing/2014/main" id="{4EEA2246-AC97-EEE7-2E3E-E128543A3E2F}"/>
              </a:ext>
            </a:extLst>
          </p:cNvPr>
          <p:cNvSpPr/>
          <p:nvPr/>
        </p:nvSpPr>
        <p:spPr>
          <a:xfrm>
            <a:off x="-9332" y="-15474"/>
            <a:ext cx="1048039" cy="6892135"/>
          </a:xfrm>
          <a:prstGeom prst="roundRect">
            <a:avLst>
              <a:gd name="adj" fmla="val 0"/>
            </a:avLst>
          </a:prstGeom>
          <a:solidFill>
            <a:srgbClr val="053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4" name="Imagem 23" descr="Logotipo&#10;&#10;Descrição gerada automaticamente com confiança média">
            <a:extLst>
              <a:ext uri="{FF2B5EF4-FFF2-40B4-BE49-F238E27FC236}">
                <a16:creationId xmlns:a16="http://schemas.microsoft.com/office/drawing/2014/main" id="{A116F722-F414-E36F-A99C-999711662A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50" b="89979" l="8424" r="90367">
                        <a14:foregroundMark x1="24063" y1="12885" x2="8948" y2="60057"/>
                        <a14:foregroundMark x1="8948" y1="60057" x2="40185" y2="63135"/>
                        <a14:foregroundMark x1="40185" y1="63135" x2="50544" y2="60415"/>
                        <a14:foregroundMark x1="50544" y1="60415" x2="80371" y2="63350"/>
                        <a14:foregroundMark x1="80371" y1="63350" x2="87304" y2="62921"/>
                        <a14:foregroundMark x1="87304" y1="62921" x2="87626" y2="48604"/>
                        <a14:foregroundMark x1="87626" y1="48604" x2="90367" y2="38511"/>
                        <a14:foregroundMark x1="90367" y1="38511" x2="47037" y2="37437"/>
                        <a14:foregroundMark x1="47037" y1="37437" x2="43047" y2="49320"/>
                        <a14:foregroundMark x1="43047" y1="49320" x2="36155" y2="44667"/>
                        <a14:foregroundMark x1="36155" y1="44667" x2="34865" y2="32999"/>
                        <a14:foregroundMark x1="34865" y1="32999" x2="24506" y2="12885"/>
                        <a14:foregroundMark x1="15075" y1="69864" x2="24950" y2="75877"/>
                        <a14:foregroundMark x1="24950" y1="75877" x2="48851" y2="77309"/>
                        <a14:foregroundMark x1="48851" y1="77309" x2="55865" y2="77237"/>
                        <a14:foregroundMark x1="55865" y1="77237" x2="74164" y2="77810"/>
                        <a14:foregroundMark x1="74164" y1="77810" x2="84119" y2="76593"/>
                        <a14:foregroundMark x1="84119" y1="76593" x2="71383" y2="68074"/>
                        <a14:foregroundMark x1="71383" y1="68074" x2="17412" y2="67931"/>
                        <a14:foregroundMark x1="17412" y1="67931" x2="14228" y2="69578"/>
                        <a14:foregroundMark x1="9875" y1="88332" x2="30875" y2="87473"/>
                        <a14:foregroundMark x1="30875" y1="87473" x2="57477" y2="90838"/>
                        <a14:foregroundMark x1="57477" y1="90838" x2="91294" y2="88046"/>
                        <a14:foregroundMark x1="91294" y1="88046" x2="85449" y2="80458"/>
                        <a14:foregroundMark x1="85449" y1="80458" x2="8424" y2="82105"/>
                        <a14:foregroundMark x1="8424" y1="82105" x2="10157" y2="8733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933" y="6101943"/>
            <a:ext cx="1123236" cy="632471"/>
          </a:xfrm>
          <a:prstGeom prst="rect">
            <a:avLst/>
          </a:prstGeom>
        </p:spPr>
      </p:pic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66A7E9F-A5DC-4423-5F05-6748360D1C4D}"/>
              </a:ext>
            </a:extLst>
          </p:cNvPr>
          <p:cNvSpPr/>
          <p:nvPr/>
        </p:nvSpPr>
        <p:spPr>
          <a:xfrm>
            <a:off x="38443" y="2454748"/>
            <a:ext cx="915845" cy="516923"/>
          </a:xfrm>
          <a:prstGeom prst="roundRect">
            <a:avLst/>
          </a:prstGeom>
          <a:solidFill>
            <a:srgbClr val="506E77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/>
              <a:t>UNIFORME MASCULINO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F7E51DE-2FE6-FF35-DE1F-17A4F23D0ED9}"/>
              </a:ext>
            </a:extLst>
          </p:cNvPr>
          <p:cNvSpPr/>
          <p:nvPr/>
        </p:nvSpPr>
        <p:spPr>
          <a:xfrm>
            <a:off x="38443" y="3237219"/>
            <a:ext cx="915845" cy="516923"/>
          </a:xfrm>
          <a:prstGeom prst="roundRect">
            <a:avLst/>
          </a:prstGeom>
          <a:solidFill>
            <a:srgbClr val="A0B0B5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rgbClr val="1D4450"/>
                </a:solidFill>
              </a:rPr>
              <a:t>CONTROLE DE ESTOQUE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A20601CE-003B-E7B4-CEFC-7A6872A79D10}"/>
              </a:ext>
            </a:extLst>
          </p:cNvPr>
          <p:cNvSpPr/>
          <p:nvPr/>
        </p:nvSpPr>
        <p:spPr>
          <a:xfrm>
            <a:off x="45771" y="1672277"/>
            <a:ext cx="924613" cy="516923"/>
          </a:xfrm>
          <a:prstGeom prst="roundRect">
            <a:avLst/>
          </a:prstGeom>
          <a:solidFill>
            <a:srgbClr val="506E77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/>
              <a:t>UNIFORME FEMININO</a:t>
            </a: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BA20DC06-DD40-58E5-F323-8C4965A04B8D}"/>
              </a:ext>
            </a:extLst>
          </p:cNvPr>
          <p:cNvSpPr/>
          <p:nvPr/>
        </p:nvSpPr>
        <p:spPr>
          <a:xfrm rot="5400000">
            <a:off x="5784428" y="-5799900"/>
            <a:ext cx="632473" cy="12201332"/>
          </a:xfrm>
          <a:prstGeom prst="roundRect">
            <a:avLst>
              <a:gd name="adj" fmla="val 0"/>
            </a:avLst>
          </a:prstGeom>
          <a:gradFill flip="none" rotWithShape="1">
            <a:gsLst>
              <a:gs pos="82400">
                <a:srgbClr val="1D4450"/>
              </a:gs>
              <a:gs pos="0">
                <a:srgbClr val="05313D"/>
              </a:gs>
              <a:gs pos="50000">
                <a:srgbClr val="1E4550"/>
              </a:gs>
              <a:gs pos="100000">
                <a:srgbClr val="0E3844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EAE608C5-15D5-D4A8-CA57-9628C1B287F4}"/>
              </a:ext>
            </a:extLst>
          </p:cNvPr>
          <p:cNvSpPr/>
          <p:nvPr/>
        </p:nvSpPr>
        <p:spPr>
          <a:xfrm>
            <a:off x="1038512" y="67608"/>
            <a:ext cx="3364273" cy="461666"/>
          </a:xfrm>
          <a:prstGeom prst="roundRect">
            <a:avLst/>
          </a:prstGeom>
          <a:gradFill flip="none" rotWithShape="1">
            <a:gsLst>
              <a:gs pos="0">
                <a:srgbClr val="506E77">
                  <a:shade val="30000"/>
                  <a:satMod val="115000"/>
                </a:srgbClr>
              </a:gs>
              <a:gs pos="50000">
                <a:srgbClr val="506E77">
                  <a:shade val="67500"/>
                  <a:satMod val="115000"/>
                </a:srgbClr>
              </a:gs>
              <a:gs pos="100000">
                <a:srgbClr val="506E77">
                  <a:shade val="100000"/>
                  <a:satMod val="115000"/>
                </a:srgbClr>
              </a:gs>
            </a:gsLst>
            <a:lin ang="18900000" scaled="1"/>
            <a:tileRect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52BAE6AD-8C37-4DFD-901D-B94533BE1A3D}"/>
              </a:ext>
            </a:extLst>
          </p:cNvPr>
          <p:cNvSpPr txBox="1"/>
          <p:nvPr/>
        </p:nvSpPr>
        <p:spPr>
          <a:xfrm>
            <a:off x="1034806" y="58083"/>
            <a:ext cx="3364273" cy="4616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chemeClr val="bg1">
                    <a:lumMod val="85000"/>
                  </a:schemeClr>
                </a:solidFill>
              </a:rPr>
              <a:t>Controle de Estoque</a:t>
            </a:r>
          </a:p>
        </p:txBody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E4129BBB-33E1-BA35-B1D9-F7CA62C5F6D1}"/>
              </a:ext>
            </a:extLst>
          </p:cNvPr>
          <p:cNvSpPr/>
          <p:nvPr/>
        </p:nvSpPr>
        <p:spPr>
          <a:xfrm rot="5400000">
            <a:off x="6792936" y="-476531"/>
            <a:ext cx="442618" cy="1549944"/>
          </a:xfrm>
          <a:prstGeom prst="roundRect">
            <a:avLst/>
          </a:prstGeom>
          <a:solidFill>
            <a:srgbClr val="668188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Retângulo: Cantos Arredondados 47">
            <a:extLst>
              <a:ext uri="{FF2B5EF4-FFF2-40B4-BE49-F238E27FC236}">
                <a16:creationId xmlns:a16="http://schemas.microsoft.com/office/drawing/2014/main" id="{E1AFBDA9-5D98-24A0-5E6A-AD48843CC0F5}"/>
              </a:ext>
            </a:extLst>
          </p:cNvPr>
          <p:cNvSpPr/>
          <p:nvPr/>
        </p:nvSpPr>
        <p:spPr>
          <a:xfrm rot="5400000">
            <a:off x="8462045" y="-476532"/>
            <a:ext cx="442616" cy="1549944"/>
          </a:xfrm>
          <a:prstGeom prst="roundRect">
            <a:avLst/>
          </a:prstGeom>
          <a:solidFill>
            <a:srgbClr val="668188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8CCC0899-92D3-4BC4-A15D-0AF2B0EC3732}"/>
              </a:ext>
            </a:extLst>
          </p:cNvPr>
          <p:cNvSpPr/>
          <p:nvPr/>
        </p:nvSpPr>
        <p:spPr>
          <a:xfrm rot="5400000">
            <a:off x="10131153" y="-476532"/>
            <a:ext cx="442616" cy="1549944"/>
          </a:xfrm>
          <a:prstGeom prst="roundRect">
            <a:avLst/>
          </a:prstGeom>
          <a:solidFill>
            <a:srgbClr val="668188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Retângulo 52">
            <a:extLst>
              <a:ext uri="{FF2B5EF4-FFF2-40B4-BE49-F238E27FC236}">
                <a16:creationId xmlns:a16="http://schemas.microsoft.com/office/drawing/2014/main" id="{0B6FAA14-3B6E-4DF6-1A5C-3557DDFE34CF}"/>
              </a:ext>
            </a:extLst>
          </p:cNvPr>
          <p:cNvSpPr/>
          <p:nvPr/>
        </p:nvSpPr>
        <p:spPr>
          <a:xfrm>
            <a:off x="1138078" y="723900"/>
            <a:ext cx="10930098" cy="6010514"/>
          </a:xfrm>
          <a:prstGeom prst="rect">
            <a:avLst/>
          </a:prstGeom>
          <a:gradFill flip="none" rotWithShape="1">
            <a:gsLst>
              <a:gs pos="0">
                <a:srgbClr val="668188">
                  <a:shade val="30000"/>
                  <a:satMod val="115000"/>
                </a:srgbClr>
              </a:gs>
              <a:gs pos="50000">
                <a:srgbClr val="668188">
                  <a:shade val="67500"/>
                  <a:satMod val="115000"/>
                </a:srgbClr>
              </a:gs>
              <a:gs pos="100000">
                <a:srgbClr val="668188">
                  <a:shade val="100000"/>
                  <a:satMod val="115000"/>
                </a:srgbClr>
              </a:gs>
            </a:gsLst>
            <a:lin ang="135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5702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C1C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865C62-17EC-F45D-C996-825F110CD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tângulo: Cantos Arredondados 51">
            <a:extLst>
              <a:ext uri="{FF2B5EF4-FFF2-40B4-BE49-F238E27FC236}">
                <a16:creationId xmlns:a16="http://schemas.microsoft.com/office/drawing/2014/main" id="{3035987E-E2D1-8424-B64D-240DA43990F6}"/>
              </a:ext>
            </a:extLst>
          </p:cNvPr>
          <p:cNvSpPr/>
          <p:nvPr/>
        </p:nvSpPr>
        <p:spPr>
          <a:xfrm>
            <a:off x="-9332" y="-15474"/>
            <a:ext cx="1048039" cy="6892135"/>
          </a:xfrm>
          <a:prstGeom prst="roundRect">
            <a:avLst>
              <a:gd name="adj" fmla="val 0"/>
            </a:avLst>
          </a:prstGeom>
          <a:solidFill>
            <a:srgbClr val="053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71969DFB-BD22-9D23-AA91-CBE6C11A786D}"/>
              </a:ext>
            </a:extLst>
          </p:cNvPr>
          <p:cNvSpPr/>
          <p:nvPr/>
        </p:nvSpPr>
        <p:spPr>
          <a:xfrm rot="5400000">
            <a:off x="6798539" y="1614095"/>
            <a:ext cx="2806382" cy="7609823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1CABE5C9-89CE-F6A6-DE7C-1F7A44AF71B8}"/>
              </a:ext>
            </a:extLst>
          </p:cNvPr>
          <p:cNvSpPr/>
          <p:nvPr/>
        </p:nvSpPr>
        <p:spPr>
          <a:xfrm rot="5400000">
            <a:off x="4896177" y="573070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6407AC1C-9516-8300-3A43-FB828B754D29}"/>
              </a:ext>
            </a:extLst>
          </p:cNvPr>
          <p:cNvSpPr/>
          <p:nvPr/>
        </p:nvSpPr>
        <p:spPr>
          <a:xfrm rot="5400000">
            <a:off x="6885115" y="580006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FF3BB30C-9D36-4E81-1E43-EFA8A306CCAF}"/>
              </a:ext>
            </a:extLst>
          </p:cNvPr>
          <p:cNvSpPr/>
          <p:nvPr/>
        </p:nvSpPr>
        <p:spPr>
          <a:xfrm rot="5400000">
            <a:off x="8874053" y="580005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AB5DB33B-7E73-E0E0-C4EE-DFBAF80B84FA}"/>
              </a:ext>
            </a:extLst>
          </p:cNvPr>
          <p:cNvSpPr/>
          <p:nvPr/>
        </p:nvSpPr>
        <p:spPr>
          <a:xfrm rot="5400000">
            <a:off x="10836352" y="575363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29C82CFE-31CA-9DF2-EAE9-45A3349721D6}"/>
              </a:ext>
            </a:extLst>
          </p:cNvPr>
          <p:cNvSpPr/>
          <p:nvPr/>
        </p:nvSpPr>
        <p:spPr>
          <a:xfrm rot="5400000">
            <a:off x="4896177" y="1317392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841A18DD-E32A-2AF4-8DF1-B0191AB0F76C}"/>
              </a:ext>
            </a:extLst>
          </p:cNvPr>
          <p:cNvSpPr/>
          <p:nvPr/>
        </p:nvSpPr>
        <p:spPr>
          <a:xfrm rot="5400000">
            <a:off x="6885115" y="1324328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009C62BD-2088-6570-86B5-4FA646AF7F95}"/>
              </a:ext>
            </a:extLst>
          </p:cNvPr>
          <p:cNvSpPr/>
          <p:nvPr/>
        </p:nvSpPr>
        <p:spPr>
          <a:xfrm rot="5400000">
            <a:off x="8874053" y="1324327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D34660D2-BF1B-4440-6BA3-48AD87D7A32A}"/>
              </a:ext>
            </a:extLst>
          </p:cNvPr>
          <p:cNvSpPr/>
          <p:nvPr/>
        </p:nvSpPr>
        <p:spPr>
          <a:xfrm rot="5400000">
            <a:off x="10836352" y="1319685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1878C162-AE03-1A2D-27C7-F8AF2E18449A}"/>
              </a:ext>
            </a:extLst>
          </p:cNvPr>
          <p:cNvSpPr/>
          <p:nvPr/>
        </p:nvSpPr>
        <p:spPr>
          <a:xfrm rot="5400000">
            <a:off x="4896177" y="2058714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ADC00E7B-5BF3-AF74-632D-0E3BB3133035}"/>
              </a:ext>
            </a:extLst>
          </p:cNvPr>
          <p:cNvSpPr/>
          <p:nvPr/>
        </p:nvSpPr>
        <p:spPr>
          <a:xfrm rot="5400000">
            <a:off x="6885115" y="2065650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3FC37133-EEEC-7DE5-6753-2A53AF401AD5}"/>
              </a:ext>
            </a:extLst>
          </p:cNvPr>
          <p:cNvSpPr/>
          <p:nvPr/>
        </p:nvSpPr>
        <p:spPr>
          <a:xfrm rot="5400000">
            <a:off x="8874053" y="2065649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91F1690F-2094-3C04-DD42-89D7C60BE1F9}"/>
              </a:ext>
            </a:extLst>
          </p:cNvPr>
          <p:cNvSpPr/>
          <p:nvPr/>
        </p:nvSpPr>
        <p:spPr>
          <a:xfrm rot="5400000">
            <a:off x="10836352" y="2061007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A6BFA751-09C5-9E3E-E6BF-E4DA7B4E9D62}"/>
              </a:ext>
            </a:extLst>
          </p:cNvPr>
          <p:cNvSpPr/>
          <p:nvPr/>
        </p:nvSpPr>
        <p:spPr>
          <a:xfrm rot="5400000">
            <a:off x="4896177" y="2803036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136915ED-9D27-73A0-FA73-8E631D8DF61C}"/>
              </a:ext>
            </a:extLst>
          </p:cNvPr>
          <p:cNvSpPr/>
          <p:nvPr/>
        </p:nvSpPr>
        <p:spPr>
          <a:xfrm rot="5400000">
            <a:off x="6885115" y="2809972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355125B9-99E9-CC30-E70C-928574E88BE8}"/>
              </a:ext>
            </a:extLst>
          </p:cNvPr>
          <p:cNvSpPr/>
          <p:nvPr/>
        </p:nvSpPr>
        <p:spPr>
          <a:xfrm rot="5400000">
            <a:off x="8874053" y="2809971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17794610-F0B3-AB7E-4A9F-C60E51C9C2CC}"/>
              </a:ext>
            </a:extLst>
          </p:cNvPr>
          <p:cNvSpPr/>
          <p:nvPr/>
        </p:nvSpPr>
        <p:spPr>
          <a:xfrm rot="5400000">
            <a:off x="10836352" y="2805329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3273D739-7C82-E4CF-5A98-1A219A5EB6FF}"/>
              </a:ext>
            </a:extLst>
          </p:cNvPr>
          <p:cNvSpPr/>
          <p:nvPr/>
        </p:nvSpPr>
        <p:spPr>
          <a:xfrm rot="5400000">
            <a:off x="5618921" y="-5634395"/>
            <a:ext cx="954159" cy="12192001"/>
          </a:xfrm>
          <a:prstGeom prst="roundRect">
            <a:avLst>
              <a:gd name="adj" fmla="val 0"/>
            </a:avLst>
          </a:prstGeom>
          <a:gradFill flip="none" rotWithShape="1">
            <a:gsLst>
              <a:gs pos="82400">
                <a:srgbClr val="1D4450"/>
              </a:gs>
              <a:gs pos="0">
                <a:srgbClr val="05313D"/>
              </a:gs>
              <a:gs pos="50000">
                <a:srgbClr val="1E4550"/>
              </a:gs>
              <a:gs pos="100000">
                <a:srgbClr val="0E3844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4" name="Imagem 23" descr="Logotipo&#10;&#10;Descrição gerada automaticamente com confiança média">
            <a:extLst>
              <a:ext uri="{FF2B5EF4-FFF2-40B4-BE49-F238E27FC236}">
                <a16:creationId xmlns:a16="http://schemas.microsoft.com/office/drawing/2014/main" id="{FEEE53C9-10D0-81E5-B8D5-72BE404A54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50" b="89979" l="8424" r="90367">
                        <a14:foregroundMark x1="24063" y1="12885" x2="8948" y2="60057"/>
                        <a14:foregroundMark x1="8948" y1="60057" x2="40185" y2="63135"/>
                        <a14:foregroundMark x1="40185" y1="63135" x2="50544" y2="60415"/>
                        <a14:foregroundMark x1="50544" y1="60415" x2="80371" y2="63350"/>
                        <a14:foregroundMark x1="80371" y1="63350" x2="87304" y2="62921"/>
                        <a14:foregroundMark x1="87304" y1="62921" x2="87626" y2="48604"/>
                        <a14:foregroundMark x1="87626" y1="48604" x2="90367" y2="38511"/>
                        <a14:foregroundMark x1="90367" y1="38511" x2="47037" y2="37437"/>
                        <a14:foregroundMark x1="47037" y1="37437" x2="43047" y2="49320"/>
                        <a14:foregroundMark x1="43047" y1="49320" x2="36155" y2="44667"/>
                        <a14:foregroundMark x1="36155" y1="44667" x2="34865" y2="32999"/>
                        <a14:foregroundMark x1="34865" y1="32999" x2="24506" y2="12885"/>
                        <a14:foregroundMark x1="15075" y1="69864" x2="24950" y2="75877"/>
                        <a14:foregroundMark x1="24950" y1="75877" x2="48851" y2="77309"/>
                        <a14:foregroundMark x1="48851" y1="77309" x2="55865" y2="77237"/>
                        <a14:foregroundMark x1="55865" y1="77237" x2="74164" y2="77810"/>
                        <a14:foregroundMark x1="74164" y1="77810" x2="84119" y2="76593"/>
                        <a14:foregroundMark x1="84119" y1="76593" x2="71383" y2="68074"/>
                        <a14:foregroundMark x1="71383" y1="68074" x2="17412" y2="67931"/>
                        <a14:foregroundMark x1="17412" y1="67931" x2="14228" y2="69578"/>
                        <a14:foregroundMark x1="9875" y1="88332" x2="30875" y2="87473"/>
                        <a14:foregroundMark x1="30875" y1="87473" x2="57477" y2="90838"/>
                        <a14:foregroundMark x1="57477" y1="90838" x2="91294" y2="88046"/>
                        <a14:foregroundMark x1="91294" y1="88046" x2="85449" y2="80458"/>
                        <a14:foregroundMark x1="85449" y1="80458" x2="8424" y2="82105"/>
                        <a14:foregroundMark x1="8424" y1="82105" x2="10157" y2="8733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933" y="6101943"/>
            <a:ext cx="1123236" cy="632471"/>
          </a:xfrm>
          <a:prstGeom prst="rect">
            <a:avLst/>
          </a:prstGeom>
        </p:spPr>
      </p:pic>
      <p:pic>
        <p:nvPicPr>
          <p:cNvPr id="25" name="Imagem 24" descr="Ícone&#10;&#10;Descrição gerada automaticamente">
            <a:extLst>
              <a:ext uri="{FF2B5EF4-FFF2-40B4-BE49-F238E27FC236}">
                <a16:creationId xmlns:a16="http://schemas.microsoft.com/office/drawing/2014/main" id="{9D66A546-78CA-955F-6CCB-7E2844488B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64362" y="236785"/>
            <a:ext cx="431674" cy="431674"/>
          </a:xfrm>
          <a:prstGeom prst="rect">
            <a:avLst/>
          </a:prstGeom>
        </p:spPr>
      </p:pic>
      <p:pic>
        <p:nvPicPr>
          <p:cNvPr id="26" name="Imagem 25" descr="Ícone&#10;&#10;Descrição gerada automaticamente">
            <a:extLst>
              <a:ext uri="{FF2B5EF4-FFF2-40B4-BE49-F238E27FC236}">
                <a16:creationId xmlns:a16="http://schemas.microsoft.com/office/drawing/2014/main" id="{01FEEF00-730F-76F3-84EE-989BFDE3AB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44" y="227106"/>
            <a:ext cx="431674" cy="431674"/>
          </a:xfrm>
          <a:prstGeom prst="rect">
            <a:avLst/>
          </a:prstGeom>
        </p:spPr>
      </p:pic>
      <p:sp>
        <p:nvSpPr>
          <p:cNvPr id="51" name="Retângulo: Cantos Arredondados 50">
            <a:extLst>
              <a:ext uri="{FF2B5EF4-FFF2-40B4-BE49-F238E27FC236}">
                <a16:creationId xmlns:a16="http://schemas.microsoft.com/office/drawing/2014/main" id="{208975A8-A781-B81F-A0B8-D6740DE2517E}"/>
              </a:ext>
            </a:extLst>
          </p:cNvPr>
          <p:cNvSpPr/>
          <p:nvPr/>
        </p:nvSpPr>
        <p:spPr>
          <a:xfrm rot="5400000">
            <a:off x="1222902" y="1011953"/>
            <a:ext cx="2976997" cy="303073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7B37B8F-B92C-04FC-6612-3BDD15422E26}"/>
              </a:ext>
            </a:extLst>
          </p:cNvPr>
          <p:cNvSpPr/>
          <p:nvPr/>
        </p:nvSpPr>
        <p:spPr>
          <a:xfrm rot="5400000">
            <a:off x="1402170" y="3909818"/>
            <a:ext cx="2618460" cy="303073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2104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C1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68E67977-F803-C2A5-20AE-3FAE13A1DD5F}"/>
              </a:ext>
            </a:extLst>
          </p:cNvPr>
          <p:cNvSpPr/>
          <p:nvPr/>
        </p:nvSpPr>
        <p:spPr>
          <a:xfrm>
            <a:off x="-9332" y="-15474"/>
            <a:ext cx="1048039" cy="6892135"/>
          </a:xfrm>
          <a:prstGeom prst="roundRect">
            <a:avLst>
              <a:gd name="adj" fmla="val 0"/>
            </a:avLst>
          </a:prstGeom>
          <a:solidFill>
            <a:srgbClr val="053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D52815A-A0EF-50E6-535F-82FAAF78433E}"/>
              </a:ext>
            </a:extLst>
          </p:cNvPr>
          <p:cNvSpPr/>
          <p:nvPr/>
        </p:nvSpPr>
        <p:spPr>
          <a:xfrm rot="5400000">
            <a:off x="-45225" y="2280080"/>
            <a:ext cx="5778585" cy="3296064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B126F517-EC6F-2F49-FDD6-DADE938A90C6}"/>
              </a:ext>
            </a:extLst>
          </p:cNvPr>
          <p:cNvSpPr/>
          <p:nvPr/>
        </p:nvSpPr>
        <p:spPr>
          <a:xfrm rot="5400000">
            <a:off x="6848788" y="1503230"/>
            <a:ext cx="2998537" cy="7609823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F43E9003-DDD5-C7B8-8CFB-59BCA0CF4B7D}"/>
              </a:ext>
            </a:extLst>
          </p:cNvPr>
          <p:cNvSpPr/>
          <p:nvPr/>
        </p:nvSpPr>
        <p:spPr>
          <a:xfrm rot="5400000">
            <a:off x="5397042" y="222647"/>
            <a:ext cx="856214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9DE55E23-3D13-AF6B-25D6-11BA5E9F4E4C}"/>
              </a:ext>
            </a:extLst>
          </p:cNvPr>
          <p:cNvSpPr/>
          <p:nvPr/>
        </p:nvSpPr>
        <p:spPr>
          <a:xfrm rot="5400000">
            <a:off x="7936416" y="217856"/>
            <a:ext cx="856216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850D1599-D2A2-F1D0-8ACF-01B2B4707EC7}"/>
              </a:ext>
            </a:extLst>
          </p:cNvPr>
          <p:cNvSpPr/>
          <p:nvPr/>
        </p:nvSpPr>
        <p:spPr>
          <a:xfrm rot="5400000">
            <a:off x="10475789" y="217856"/>
            <a:ext cx="856216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E988E706-9FA2-086A-5F7E-9A5D358D7959}"/>
              </a:ext>
            </a:extLst>
          </p:cNvPr>
          <p:cNvSpPr/>
          <p:nvPr/>
        </p:nvSpPr>
        <p:spPr>
          <a:xfrm rot="5400000">
            <a:off x="5399632" y="1146313"/>
            <a:ext cx="856216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F632CFA1-A82A-0BA2-4F36-307CD666B233}"/>
              </a:ext>
            </a:extLst>
          </p:cNvPr>
          <p:cNvSpPr/>
          <p:nvPr/>
        </p:nvSpPr>
        <p:spPr>
          <a:xfrm rot="5400000">
            <a:off x="7939006" y="1141522"/>
            <a:ext cx="856218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0FD023BC-1CE2-6BCA-C95A-36C97E562170}"/>
              </a:ext>
            </a:extLst>
          </p:cNvPr>
          <p:cNvSpPr/>
          <p:nvPr/>
        </p:nvSpPr>
        <p:spPr>
          <a:xfrm rot="5400000">
            <a:off x="10478379" y="1141522"/>
            <a:ext cx="856218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182F08E5-CA19-9F22-9CD0-93FDB8C4305A}"/>
              </a:ext>
            </a:extLst>
          </p:cNvPr>
          <p:cNvSpPr/>
          <p:nvPr/>
        </p:nvSpPr>
        <p:spPr>
          <a:xfrm rot="5400000">
            <a:off x="7919947" y="2071328"/>
            <a:ext cx="856218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4332C0F5-BAB3-2293-6788-329E446A765D}"/>
              </a:ext>
            </a:extLst>
          </p:cNvPr>
          <p:cNvSpPr/>
          <p:nvPr/>
        </p:nvSpPr>
        <p:spPr>
          <a:xfrm rot="5400000">
            <a:off x="5618921" y="-5634395"/>
            <a:ext cx="954159" cy="12192001"/>
          </a:xfrm>
          <a:prstGeom prst="roundRect">
            <a:avLst>
              <a:gd name="adj" fmla="val 0"/>
            </a:avLst>
          </a:prstGeom>
          <a:gradFill flip="none" rotWithShape="1">
            <a:gsLst>
              <a:gs pos="82400">
                <a:srgbClr val="1D4450"/>
              </a:gs>
              <a:gs pos="0">
                <a:srgbClr val="05313D"/>
              </a:gs>
              <a:gs pos="50000">
                <a:srgbClr val="1E4550"/>
              </a:gs>
              <a:gs pos="100000">
                <a:srgbClr val="0E3844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2" name="Imagem 21" descr="Logotipo&#10;&#10;Descrição gerada automaticamente com confiança média">
            <a:extLst>
              <a:ext uri="{FF2B5EF4-FFF2-40B4-BE49-F238E27FC236}">
                <a16:creationId xmlns:a16="http://schemas.microsoft.com/office/drawing/2014/main" id="{7A7EBE74-D6F7-DF5E-A892-70F2191D03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50" b="89979" l="8424" r="90367">
                        <a14:foregroundMark x1="24063" y1="12885" x2="8948" y2="60057"/>
                        <a14:foregroundMark x1="8948" y1="60057" x2="40185" y2="63135"/>
                        <a14:foregroundMark x1="40185" y1="63135" x2="50544" y2="60415"/>
                        <a14:foregroundMark x1="50544" y1="60415" x2="80371" y2="63350"/>
                        <a14:foregroundMark x1="80371" y1="63350" x2="87304" y2="62921"/>
                        <a14:foregroundMark x1="87304" y1="62921" x2="87626" y2="48604"/>
                        <a14:foregroundMark x1="87626" y1="48604" x2="90367" y2="38511"/>
                        <a14:foregroundMark x1="90367" y1="38511" x2="47037" y2="37437"/>
                        <a14:foregroundMark x1="47037" y1="37437" x2="43047" y2="49320"/>
                        <a14:foregroundMark x1="43047" y1="49320" x2="36155" y2="44667"/>
                        <a14:foregroundMark x1="36155" y1="44667" x2="34865" y2="32999"/>
                        <a14:foregroundMark x1="34865" y1="32999" x2="24506" y2="12885"/>
                        <a14:foregroundMark x1="15075" y1="69864" x2="24950" y2="75877"/>
                        <a14:foregroundMark x1="24950" y1="75877" x2="48851" y2="77309"/>
                        <a14:foregroundMark x1="48851" y1="77309" x2="55865" y2="77237"/>
                        <a14:foregroundMark x1="55865" y1="77237" x2="74164" y2="77810"/>
                        <a14:foregroundMark x1="74164" y1="77810" x2="84119" y2="76593"/>
                        <a14:foregroundMark x1="84119" y1="76593" x2="71383" y2="68074"/>
                        <a14:foregroundMark x1="71383" y1="68074" x2="17412" y2="67931"/>
                        <a14:foregroundMark x1="17412" y1="67931" x2="14228" y2="69578"/>
                        <a14:foregroundMark x1="9875" y1="88332" x2="30875" y2="87473"/>
                        <a14:foregroundMark x1="30875" y1="87473" x2="57477" y2="90838"/>
                        <a14:foregroundMark x1="57477" y1="90838" x2="91294" y2="88046"/>
                        <a14:foregroundMark x1="91294" y1="88046" x2="85449" y2="80458"/>
                        <a14:foregroundMark x1="85449" y1="80458" x2="8424" y2="82105"/>
                        <a14:foregroundMark x1="8424" y1="82105" x2="10157" y2="8733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933" y="6101943"/>
            <a:ext cx="1123236" cy="632471"/>
          </a:xfrm>
          <a:prstGeom prst="rect">
            <a:avLst/>
          </a:prstGeom>
        </p:spPr>
      </p:pic>
      <p:pic>
        <p:nvPicPr>
          <p:cNvPr id="23" name="Imagem 22" descr="Ícone&#10;&#10;Descrição gerada automaticamente">
            <a:extLst>
              <a:ext uri="{FF2B5EF4-FFF2-40B4-BE49-F238E27FC236}">
                <a16:creationId xmlns:a16="http://schemas.microsoft.com/office/drawing/2014/main" id="{EBE8310D-8A3E-86E9-C1B7-7DBE2460CD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64362" y="236785"/>
            <a:ext cx="431674" cy="431674"/>
          </a:xfrm>
          <a:prstGeom prst="rect">
            <a:avLst/>
          </a:prstGeom>
        </p:spPr>
      </p:pic>
      <p:pic>
        <p:nvPicPr>
          <p:cNvPr id="24" name="Imagem 23" descr="Ícone&#10;&#10;Descrição gerada automaticamente">
            <a:extLst>
              <a:ext uri="{FF2B5EF4-FFF2-40B4-BE49-F238E27FC236}">
                <a16:creationId xmlns:a16="http://schemas.microsoft.com/office/drawing/2014/main" id="{9E55E749-39B2-9611-0F6E-A76E36E7DD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44" y="227106"/>
            <a:ext cx="431674" cy="431674"/>
          </a:xfrm>
          <a:prstGeom prst="rect">
            <a:avLst/>
          </a:prstGeom>
        </p:spPr>
      </p:pic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583A4B58-36B7-CBC3-3F2C-C74BC9E5A9A3}"/>
              </a:ext>
            </a:extLst>
          </p:cNvPr>
          <p:cNvSpPr/>
          <p:nvPr/>
        </p:nvSpPr>
        <p:spPr>
          <a:xfrm>
            <a:off x="38444" y="2454748"/>
            <a:ext cx="915845" cy="516923"/>
          </a:xfrm>
          <a:prstGeom prst="roundRect">
            <a:avLst/>
          </a:prstGeom>
          <a:solidFill>
            <a:srgbClr val="506E7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/>
              <a:t>UNIFORME MASCULINO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039BDF6A-084F-AD8E-BD23-235D453197FC}"/>
              </a:ext>
            </a:extLst>
          </p:cNvPr>
          <p:cNvSpPr/>
          <p:nvPr/>
        </p:nvSpPr>
        <p:spPr>
          <a:xfrm>
            <a:off x="38444" y="3227888"/>
            <a:ext cx="915845" cy="516923"/>
          </a:xfrm>
          <a:prstGeom prst="roundRect">
            <a:avLst/>
          </a:prstGeom>
          <a:solidFill>
            <a:srgbClr val="506E7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/>
              <a:t>ENTRADA E SAIDA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A5FC6901-E8ED-F20B-2449-917FACDF4984}"/>
              </a:ext>
            </a:extLst>
          </p:cNvPr>
          <p:cNvSpPr/>
          <p:nvPr/>
        </p:nvSpPr>
        <p:spPr>
          <a:xfrm>
            <a:off x="36440" y="1681608"/>
            <a:ext cx="924613" cy="516923"/>
          </a:xfrm>
          <a:prstGeom prst="roundRect">
            <a:avLst/>
          </a:prstGeom>
          <a:solidFill>
            <a:srgbClr val="506E7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/>
              <a:t>UNIFORME FEMININO</a:t>
            </a:r>
          </a:p>
        </p:txBody>
      </p:sp>
    </p:spTree>
    <p:extLst>
      <p:ext uri="{BB962C8B-B14F-4D97-AF65-F5344CB8AC3E}">
        <p14:creationId xmlns:p14="http://schemas.microsoft.com/office/powerpoint/2010/main" val="1743125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C1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7F9DB363-FF78-ABFF-27BF-77F48B92F556}"/>
              </a:ext>
            </a:extLst>
          </p:cNvPr>
          <p:cNvSpPr/>
          <p:nvPr/>
        </p:nvSpPr>
        <p:spPr>
          <a:xfrm>
            <a:off x="-9332" y="-15474"/>
            <a:ext cx="1048039" cy="6892135"/>
          </a:xfrm>
          <a:prstGeom prst="roundRect">
            <a:avLst>
              <a:gd name="adj" fmla="val 0"/>
            </a:avLst>
          </a:prstGeom>
          <a:solidFill>
            <a:srgbClr val="053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A03A7773-5E0D-97AA-B55A-3748AEFC4F5A}"/>
              </a:ext>
            </a:extLst>
          </p:cNvPr>
          <p:cNvSpPr/>
          <p:nvPr/>
        </p:nvSpPr>
        <p:spPr>
          <a:xfrm rot="5400000">
            <a:off x="5618921" y="-5634395"/>
            <a:ext cx="954159" cy="12192001"/>
          </a:xfrm>
          <a:prstGeom prst="roundRect">
            <a:avLst>
              <a:gd name="adj" fmla="val 0"/>
            </a:avLst>
          </a:prstGeom>
          <a:gradFill flip="none" rotWithShape="1">
            <a:gsLst>
              <a:gs pos="82400">
                <a:srgbClr val="1D4450"/>
              </a:gs>
              <a:gs pos="0">
                <a:srgbClr val="05313D"/>
              </a:gs>
              <a:gs pos="50000">
                <a:srgbClr val="1E4550"/>
              </a:gs>
              <a:gs pos="100000">
                <a:srgbClr val="0E3844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0" name="Imagem 29" descr="Logotipo&#10;&#10;Descrição gerada automaticamente com confiança média">
            <a:extLst>
              <a:ext uri="{FF2B5EF4-FFF2-40B4-BE49-F238E27FC236}">
                <a16:creationId xmlns:a16="http://schemas.microsoft.com/office/drawing/2014/main" id="{796C0B18-57BD-785C-20B2-2C86ECA89C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50" b="89979" l="8424" r="90367">
                        <a14:foregroundMark x1="24063" y1="12885" x2="8948" y2="60057"/>
                        <a14:foregroundMark x1="8948" y1="60057" x2="40185" y2="63135"/>
                        <a14:foregroundMark x1="40185" y1="63135" x2="50544" y2="60415"/>
                        <a14:foregroundMark x1="50544" y1="60415" x2="80371" y2="63350"/>
                        <a14:foregroundMark x1="80371" y1="63350" x2="87304" y2="62921"/>
                        <a14:foregroundMark x1="87304" y1="62921" x2="87626" y2="48604"/>
                        <a14:foregroundMark x1="87626" y1="48604" x2="90367" y2="38511"/>
                        <a14:foregroundMark x1="90367" y1="38511" x2="47037" y2="37437"/>
                        <a14:foregroundMark x1="47037" y1="37437" x2="43047" y2="49320"/>
                        <a14:foregroundMark x1="43047" y1="49320" x2="36155" y2="44667"/>
                        <a14:foregroundMark x1="36155" y1="44667" x2="34865" y2="32999"/>
                        <a14:foregroundMark x1="34865" y1="32999" x2="24506" y2="12885"/>
                        <a14:foregroundMark x1="15075" y1="69864" x2="24950" y2="75877"/>
                        <a14:foregroundMark x1="24950" y1="75877" x2="48851" y2="77309"/>
                        <a14:foregroundMark x1="48851" y1="77309" x2="55865" y2="77237"/>
                        <a14:foregroundMark x1="55865" y1="77237" x2="74164" y2="77810"/>
                        <a14:foregroundMark x1="74164" y1="77810" x2="84119" y2="76593"/>
                        <a14:foregroundMark x1="84119" y1="76593" x2="71383" y2="68074"/>
                        <a14:foregroundMark x1="71383" y1="68074" x2="17412" y2="67931"/>
                        <a14:foregroundMark x1="17412" y1="67931" x2="14228" y2="69578"/>
                        <a14:foregroundMark x1="9875" y1="88332" x2="30875" y2="87473"/>
                        <a14:foregroundMark x1="30875" y1="87473" x2="57477" y2="90838"/>
                        <a14:foregroundMark x1="57477" y1="90838" x2="91294" y2="88046"/>
                        <a14:foregroundMark x1="91294" y1="88046" x2="85449" y2="80458"/>
                        <a14:foregroundMark x1="85449" y1="80458" x2="8424" y2="82105"/>
                        <a14:foregroundMark x1="8424" y1="82105" x2="10157" y2="8733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933" y="6101943"/>
            <a:ext cx="1123236" cy="632471"/>
          </a:xfrm>
          <a:prstGeom prst="rect">
            <a:avLst/>
          </a:prstGeom>
        </p:spPr>
      </p:pic>
      <p:pic>
        <p:nvPicPr>
          <p:cNvPr id="31" name="Imagem 30" descr="Ícone&#10;&#10;Descrição gerada automaticamente">
            <a:extLst>
              <a:ext uri="{FF2B5EF4-FFF2-40B4-BE49-F238E27FC236}">
                <a16:creationId xmlns:a16="http://schemas.microsoft.com/office/drawing/2014/main" id="{49EE6DEE-5FC2-7CA6-1551-15437167D3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64362" y="236785"/>
            <a:ext cx="431674" cy="431674"/>
          </a:xfrm>
          <a:prstGeom prst="rect">
            <a:avLst/>
          </a:prstGeom>
        </p:spPr>
      </p:pic>
      <p:pic>
        <p:nvPicPr>
          <p:cNvPr id="32" name="Imagem 31" descr="Ícone&#10;&#10;Descrição gerada automaticamente">
            <a:extLst>
              <a:ext uri="{FF2B5EF4-FFF2-40B4-BE49-F238E27FC236}">
                <a16:creationId xmlns:a16="http://schemas.microsoft.com/office/drawing/2014/main" id="{0E01E79B-4E4B-1B7E-0FCE-5B1FA9168F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44" y="227106"/>
            <a:ext cx="431674" cy="431674"/>
          </a:xfrm>
          <a:prstGeom prst="rect">
            <a:avLst/>
          </a:prstGeom>
        </p:spPr>
      </p:pic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BB445664-9684-4736-50B5-CE1FF6710067}"/>
              </a:ext>
            </a:extLst>
          </p:cNvPr>
          <p:cNvSpPr/>
          <p:nvPr/>
        </p:nvSpPr>
        <p:spPr>
          <a:xfrm>
            <a:off x="38444" y="2454748"/>
            <a:ext cx="915845" cy="516923"/>
          </a:xfrm>
          <a:prstGeom prst="roundRect">
            <a:avLst/>
          </a:prstGeom>
          <a:solidFill>
            <a:srgbClr val="A0B0B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rgbClr val="1D4450"/>
                </a:solidFill>
              </a:rPr>
              <a:t>UNIFORME MASCULINO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BA1E7DFB-B3D8-0F03-88EE-875F33874D72}"/>
              </a:ext>
            </a:extLst>
          </p:cNvPr>
          <p:cNvSpPr/>
          <p:nvPr/>
        </p:nvSpPr>
        <p:spPr>
          <a:xfrm>
            <a:off x="38444" y="3227888"/>
            <a:ext cx="915845" cy="516923"/>
          </a:xfrm>
          <a:prstGeom prst="roundRect">
            <a:avLst/>
          </a:prstGeom>
          <a:solidFill>
            <a:srgbClr val="A0B0B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rgbClr val="1D4450"/>
                </a:solidFill>
              </a:rPr>
              <a:t>ENTRADA E SAIDA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777C3834-1649-8D3E-1DBB-A47D59450B8B}"/>
              </a:ext>
            </a:extLst>
          </p:cNvPr>
          <p:cNvSpPr/>
          <p:nvPr/>
        </p:nvSpPr>
        <p:spPr>
          <a:xfrm>
            <a:off x="36440" y="1681608"/>
            <a:ext cx="924613" cy="516923"/>
          </a:xfrm>
          <a:prstGeom prst="roundRect">
            <a:avLst/>
          </a:prstGeom>
          <a:solidFill>
            <a:srgbClr val="A0B0B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rgbClr val="1D4450"/>
                </a:solidFill>
              </a:rPr>
              <a:t>UNIFORME FEMININO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F98B44CA-618D-8295-61B0-9F733CE932B2}"/>
              </a:ext>
            </a:extLst>
          </p:cNvPr>
          <p:cNvSpPr/>
          <p:nvPr/>
        </p:nvSpPr>
        <p:spPr>
          <a:xfrm rot="5400000">
            <a:off x="-45225" y="2280080"/>
            <a:ext cx="5778585" cy="3296064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FD822CDF-1F3A-3F48-8E74-25E8A396CD80}"/>
              </a:ext>
            </a:extLst>
          </p:cNvPr>
          <p:cNvSpPr/>
          <p:nvPr/>
        </p:nvSpPr>
        <p:spPr>
          <a:xfrm rot="5400000">
            <a:off x="6848788" y="1503230"/>
            <a:ext cx="2998537" cy="7609823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5EBE87C2-CC9A-DFF9-C400-A760C4FA329C}"/>
              </a:ext>
            </a:extLst>
          </p:cNvPr>
          <p:cNvSpPr/>
          <p:nvPr/>
        </p:nvSpPr>
        <p:spPr>
          <a:xfrm rot="5400000">
            <a:off x="5397042" y="222647"/>
            <a:ext cx="856214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1A92AB39-976A-2D3E-7BC4-650F93D2A455}"/>
              </a:ext>
            </a:extLst>
          </p:cNvPr>
          <p:cNvSpPr/>
          <p:nvPr/>
        </p:nvSpPr>
        <p:spPr>
          <a:xfrm rot="5400000">
            <a:off x="7936416" y="217856"/>
            <a:ext cx="856216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7AF8ABF8-BCF8-ED65-B516-DCF96B014EA5}"/>
              </a:ext>
            </a:extLst>
          </p:cNvPr>
          <p:cNvSpPr/>
          <p:nvPr/>
        </p:nvSpPr>
        <p:spPr>
          <a:xfrm rot="5400000">
            <a:off x="10475789" y="217856"/>
            <a:ext cx="856216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61C20A74-E9EA-4945-1A1B-3473449A7E28}"/>
              </a:ext>
            </a:extLst>
          </p:cNvPr>
          <p:cNvSpPr/>
          <p:nvPr/>
        </p:nvSpPr>
        <p:spPr>
          <a:xfrm rot="5400000">
            <a:off x="5399632" y="1146313"/>
            <a:ext cx="856216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2E73D706-362D-5ABD-79E0-56E55725AE27}"/>
              </a:ext>
            </a:extLst>
          </p:cNvPr>
          <p:cNvSpPr/>
          <p:nvPr/>
        </p:nvSpPr>
        <p:spPr>
          <a:xfrm rot="5400000">
            <a:off x="7939006" y="1141522"/>
            <a:ext cx="856218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ADF33D6D-6D5E-3CE9-C55E-5ACC1C929736}"/>
              </a:ext>
            </a:extLst>
          </p:cNvPr>
          <p:cNvSpPr/>
          <p:nvPr/>
        </p:nvSpPr>
        <p:spPr>
          <a:xfrm rot="5400000">
            <a:off x="10478379" y="1141522"/>
            <a:ext cx="856218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A704C8CD-3688-C94B-6441-135B9B4462E0}"/>
              </a:ext>
            </a:extLst>
          </p:cNvPr>
          <p:cNvSpPr/>
          <p:nvPr/>
        </p:nvSpPr>
        <p:spPr>
          <a:xfrm rot="5400000">
            <a:off x="7919947" y="2071328"/>
            <a:ext cx="856218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980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C1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tângulo: Cantos Arredondados 51">
            <a:extLst>
              <a:ext uri="{FF2B5EF4-FFF2-40B4-BE49-F238E27FC236}">
                <a16:creationId xmlns:a16="http://schemas.microsoft.com/office/drawing/2014/main" id="{8C425BCE-EFE4-2239-449C-0AB6A0CB75D8}"/>
              </a:ext>
            </a:extLst>
          </p:cNvPr>
          <p:cNvSpPr/>
          <p:nvPr/>
        </p:nvSpPr>
        <p:spPr>
          <a:xfrm>
            <a:off x="-9332" y="-15474"/>
            <a:ext cx="1048039" cy="6892135"/>
          </a:xfrm>
          <a:prstGeom prst="roundRect">
            <a:avLst>
              <a:gd name="adj" fmla="val 0"/>
            </a:avLst>
          </a:prstGeom>
          <a:solidFill>
            <a:srgbClr val="053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A52CB4E-E91C-926A-44FD-F7A6688AEAC3}"/>
              </a:ext>
            </a:extLst>
          </p:cNvPr>
          <p:cNvSpPr/>
          <p:nvPr/>
        </p:nvSpPr>
        <p:spPr>
          <a:xfrm rot="5400000">
            <a:off x="6798539" y="1614095"/>
            <a:ext cx="2806382" cy="7609823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4E1E2562-D86C-7B7B-988D-F3865ADE9BC1}"/>
              </a:ext>
            </a:extLst>
          </p:cNvPr>
          <p:cNvSpPr/>
          <p:nvPr/>
        </p:nvSpPr>
        <p:spPr>
          <a:xfrm rot="5400000">
            <a:off x="4896177" y="573070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9B4DF4F9-9BDD-1959-1473-43BEE995C15B}"/>
              </a:ext>
            </a:extLst>
          </p:cNvPr>
          <p:cNvSpPr/>
          <p:nvPr/>
        </p:nvSpPr>
        <p:spPr>
          <a:xfrm rot="5400000">
            <a:off x="6885115" y="580006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7E6488A8-59FD-2D3A-F91C-20BCF55D7D72}"/>
              </a:ext>
            </a:extLst>
          </p:cNvPr>
          <p:cNvSpPr/>
          <p:nvPr/>
        </p:nvSpPr>
        <p:spPr>
          <a:xfrm rot="5400000">
            <a:off x="8874053" y="580005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2353C82F-66C2-2DD1-3859-3000C7A0443B}"/>
              </a:ext>
            </a:extLst>
          </p:cNvPr>
          <p:cNvSpPr/>
          <p:nvPr/>
        </p:nvSpPr>
        <p:spPr>
          <a:xfrm rot="5400000">
            <a:off x="10836352" y="575363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69E8512B-CD0C-46E7-BFD3-847D122FD6B1}"/>
              </a:ext>
            </a:extLst>
          </p:cNvPr>
          <p:cNvSpPr/>
          <p:nvPr/>
        </p:nvSpPr>
        <p:spPr>
          <a:xfrm rot="5400000">
            <a:off x="4896177" y="1317392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BBF28DED-8D97-E9C9-1E1C-2FB6C97A565C}"/>
              </a:ext>
            </a:extLst>
          </p:cNvPr>
          <p:cNvSpPr/>
          <p:nvPr/>
        </p:nvSpPr>
        <p:spPr>
          <a:xfrm rot="5400000">
            <a:off x="6885115" y="1324328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94D45B54-9427-2D1D-681B-52035BBBB42E}"/>
              </a:ext>
            </a:extLst>
          </p:cNvPr>
          <p:cNvSpPr/>
          <p:nvPr/>
        </p:nvSpPr>
        <p:spPr>
          <a:xfrm rot="5400000">
            <a:off x="8874053" y="1324327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8D8CB65A-18D0-A150-1827-318FFA3EF92A}"/>
              </a:ext>
            </a:extLst>
          </p:cNvPr>
          <p:cNvSpPr/>
          <p:nvPr/>
        </p:nvSpPr>
        <p:spPr>
          <a:xfrm rot="5400000">
            <a:off x="10836352" y="1319685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B923D6F1-7DEF-B4D9-D891-47E1D17588DD}"/>
              </a:ext>
            </a:extLst>
          </p:cNvPr>
          <p:cNvSpPr/>
          <p:nvPr/>
        </p:nvSpPr>
        <p:spPr>
          <a:xfrm rot="5400000">
            <a:off x="4896177" y="2058714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B180D216-2645-B2A7-D63D-6F3FF7D7D696}"/>
              </a:ext>
            </a:extLst>
          </p:cNvPr>
          <p:cNvSpPr/>
          <p:nvPr/>
        </p:nvSpPr>
        <p:spPr>
          <a:xfrm rot="5400000">
            <a:off x="6885115" y="2065650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B00C8391-2CB8-1018-8C9E-94820F531D63}"/>
              </a:ext>
            </a:extLst>
          </p:cNvPr>
          <p:cNvSpPr/>
          <p:nvPr/>
        </p:nvSpPr>
        <p:spPr>
          <a:xfrm rot="5400000">
            <a:off x="8874053" y="2065649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C291A5FF-BFAF-A545-8044-5EDE9851B494}"/>
              </a:ext>
            </a:extLst>
          </p:cNvPr>
          <p:cNvSpPr/>
          <p:nvPr/>
        </p:nvSpPr>
        <p:spPr>
          <a:xfrm rot="5400000">
            <a:off x="10836352" y="2061007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C78AB5F9-EAE5-FA4B-520D-84D6F96EE906}"/>
              </a:ext>
            </a:extLst>
          </p:cNvPr>
          <p:cNvSpPr/>
          <p:nvPr/>
        </p:nvSpPr>
        <p:spPr>
          <a:xfrm rot="5400000">
            <a:off x="4896177" y="2803036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970AA03C-53A9-432F-DE02-E618DA3AAFEA}"/>
              </a:ext>
            </a:extLst>
          </p:cNvPr>
          <p:cNvSpPr/>
          <p:nvPr/>
        </p:nvSpPr>
        <p:spPr>
          <a:xfrm rot="5400000">
            <a:off x="6885115" y="2809972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98CE6C59-EFA9-207B-9DAB-2AF5530D4271}"/>
              </a:ext>
            </a:extLst>
          </p:cNvPr>
          <p:cNvSpPr/>
          <p:nvPr/>
        </p:nvSpPr>
        <p:spPr>
          <a:xfrm rot="5400000">
            <a:off x="8874053" y="2809971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6E3CE802-FD29-F001-8344-7F89E14277BB}"/>
              </a:ext>
            </a:extLst>
          </p:cNvPr>
          <p:cNvSpPr/>
          <p:nvPr/>
        </p:nvSpPr>
        <p:spPr>
          <a:xfrm rot="5400000">
            <a:off x="10836352" y="2805329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EC008263-5704-30E5-B345-B2BAED17496E}"/>
              </a:ext>
            </a:extLst>
          </p:cNvPr>
          <p:cNvSpPr/>
          <p:nvPr/>
        </p:nvSpPr>
        <p:spPr>
          <a:xfrm rot="5400000">
            <a:off x="5618921" y="-5634395"/>
            <a:ext cx="954159" cy="12192001"/>
          </a:xfrm>
          <a:prstGeom prst="roundRect">
            <a:avLst>
              <a:gd name="adj" fmla="val 0"/>
            </a:avLst>
          </a:prstGeom>
          <a:gradFill flip="none" rotWithShape="1">
            <a:gsLst>
              <a:gs pos="82400">
                <a:srgbClr val="1D4450"/>
              </a:gs>
              <a:gs pos="0">
                <a:srgbClr val="05313D"/>
              </a:gs>
              <a:gs pos="50000">
                <a:srgbClr val="1E4550"/>
              </a:gs>
              <a:gs pos="100000">
                <a:srgbClr val="0E3844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4" name="Imagem 23" descr="Logotipo&#10;&#10;Descrição gerada automaticamente com confiança média">
            <a:extLst>
              <a:ext uri="{FF2B5EF4-FFF2-40B4-BE49-F238E27FC236}">
                <a16:creationId xmlns:a16="http://schemas.microsoft.com/office/drawing/2014/main" id="{B40E0D95-69D4-287F-6291-E9CD194158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50" b="89979" l="8424" r="90367">
                        <a14:foregroundMark x1="24063" y1="12885" x2="8948" y2="60057"/>
                        <a14:foregroundMark x1="8948" y1="60057" x2="40185" y2="63135"/>
                        <a14:foregroundMark x1="40185" y1="63135" x2="50544" y2="60415"/>
                        <a14:foregroundMark x1="50544" y1="60415" x2="80371" y2="63350"/>
                        <a14:foregroundMark x1="80371" y1="63350" x2="87304" y2="62921"/>
                        <a14:foregroundMark x1="87304" y1="62921" x2="87626" y2="48604"/>
                        <a14:foregroundMark x1="87626" y1="48604" x2="90367" y2="38511"/>
                        <a14:foregroundMark x1="90367" y1="38511" x2="47037" y2="37437"/>
                        <a14:foregroundMark x1="47037" y1="37437" x2="43047" y2="49320"/>
                        <a14:foregroundMark x1="43047" y1="49320" x2="36155" y2="44667"/>
                        <a14:foregroundMark x1="36155" y1="44667" x2="34865" y2="32999"/>
                        <a14:foregroundMark x1="34865" y1="32999" x2="24506" y2="12885"/>
                        <a14:foregroundMark x1="15075" y1="69864" x2="24950" y2="75877"/>
                        <a14:foregroundMark x1="24950" y1="75877" x2="48851" y2="77309"/>
                        <a14:foregroundMark x1="48851" y1="77309" x2="55865" y2="77237"/>
                        <a14:foregroundMark x1="55865" y1="77237" x2="74164" y2="77810"/>
                        <a14:foregroundMark x1="74164" y1="77810" x2="84119" y2="76593"/>
                        <a14:foregroundMark x1="84119" y1="76593" x2="71383" y2="68074"/>
                        <a14:foregroundMark x1="71383" y1="68074" x2="17412" y2="67931"/>
                        <a14:foregroundMark x1="17412" y1="67931" x2="14228" y2="69578"/>
                        <a14:foregroundMark x1="9875" y1="88332" x2="30875" y2="87473"/>
                        <a14:foregroundMark x1="30875" y1="87473" x2="57477" y2="90838"/>
                        <a14:foregroundMark x1="57477" y1="90838" x2="91294" y2="88046"/>
                        <a14:foregroundMark x1="91294" y1="88046" x2="85449" y2="80458"/>
                        <a14:foregroundMark x1="85449" y1="80458" x2="8424" y2="82105"/>
                        <a14:foregroundMark x1="8424" y1="82105" x2="10157" y2="8733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933" y="6101943"/>
            <a:ext cx="1123236" cy="632471"/>
          </a:xfrm>
          <a:prstGeom prst="rect">
            <a:avLst/>
          </a:prstGeom>
        </p:spPr>
      </p:pic>
      <p:pic>
        <p:nvPicPr>
          <p:cNvPr id="25" name="Imagem 24" descr="Ícone&#10;&#10;Descrição gerada automaticamente">
            <a:extLst>
              <a:ext uri="{FF2B5EF4-FFF2-40B4-BE49-F238E27FC236}">
                <a16:creationId xmlns:a16="http://schemas.microsoft.com/office/drawing/2014/main" id="{36A50264-54CA-2982-8CC7-9930E68344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64362" y="236785"/>
            <a:ext cx="431674" cy="431674"/>
          </a:xfrm>
          <a:prstGeom prst="rect">
            <a:avLst/>
          </a:prstGeom>
        </p:spPr>
      </p:pic>
      <p:pic>
        <p:nvPicPr>
          <p:cNvPr id="26" name="Imagem 25" descr="Ícone&#10;&#10;Descrição gerada automaticamente">
            <a:extLst>
              <a:ext uri="{FF2B5EF4-FFF2-40B4-BE49-F238E27FC236}">
                <a16:creationId xmlns:a16="http://schemas.microsoft.com/office/drawing/2014/main" id="{FBB03A87-FAED-0650-612C-5CCA64D8B7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44" y="227106"/>
            <a:ext cx="431674" cy="431674"/>
          </a:xfrm>
          <a:prstGeom prst="rect">
            <a:avLst/>
          </a:prstGeom>
        </p:spPr>
      </p:pic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51728D87-A337-DD76-856F-EED3A4014EC4}"/>
              </a:ext>
            </a:extLst>
          </p:cNvPr>
          <p:cNvSpPr/>
          <p:nvPr/>
        </p:nvSpPr>
        <p:spPr>
          <a:xfrm>
            <a:off x="38444" y="2454748"/>
            <a:ext cx="915845" cy="516923"/>
          </a:xfrm>
          <a:prstGeom prst="roundRect">
            <a:avLst/>
          </a:prstGeom>
          <a:solidFill>
            <a:srgbClr val="506E7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/>
              <a:t>UNIFORME MASCULINO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8DBE647A-1F38-1F8D-A440-0F731F1B5E5D}"/>
              </a:ext>
            </a:extLst>
          </p:cNvPr>
          <p:cNvSpPr/>
          <p:nvPr/>
        </p:nvSpPr>
        <p:spPr>
          <a:xfrm>
            <a:off x="38444" y="3227888"/>
            <a:ext cx="915845" cy="516923"/>
          </a:xfrm>
          <a:prstGeom prst="roundRect">
            <a:avLst/>
          </a:prstGeom>
          <a:solidFill>
            <a:srgbClr val="506E7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/>
              <a:t>ENTRADA E SAIDA</a:t>
            </a:r>
          </a:p>
        </p:txBody>
      </p:sp>
      <p:sp>
        <p:nvSpPr>
          <p:cNvPr id="50" name="Retângulo: Cantos Arredondados 49">
            <a:extLst>
              <a:ext uri="{FF2B5EF4-FFF2-40B4-BE49-F238E27FC236}">
                <a16:creationId xmlns:a16="http://schemas.microsoft.com/office/drawing/2014/main" id="{FCE9E10D-A878-6597-6650-194ABE29BD3E}"/>
              </a:ext>
            </a:extLst>
          </p:cNvPr>
          <p:cNvSpPr/>
          <p:nvPr/>
        </p:nvSpPr>
        <p:spPr>
          <a:xfrm>
            <a:off x="36440" y="1681608"/>
            <a:ext cx="924613" cy="516923"/>
          </a:xfrm>
          <a:prstGeom prst="roundRect">
            <a:avLst/>
          </a:prstGeom>
          <a:solidFill>
            <a:srgbClr val="A0B0B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rgbClr val="1D4450"/>
                </a:solidFill>
              </a:rPr>
              <a:t>UNIFORME FEMININO</a:t>
            </a:r>
          </a:p>
        </p:txBody>
      </p:sp>
      <p:sp>
        <p:nvSpPr>
          <p:cNvPr id="51" name="Retângulo: Cantos Arredondados 50">
            <a:extLst>
              <a:ext uri="{FF2B5EF4-FFF2-40B4-BE49-F238E27FC236}">
                <a16:creationId xmlns:a16="http://schemas.microsoft.com/office/drawing/2014/main" id="{5E7BC536-0B83-B5E5-19B1-DD3D0BFA9D56}"/>
              </a:ext>
            </a:extLst>
          </p:cNvPr>
          <p:cNvSpPr/>
          <p:nvPr/>
        </p:nvSpPr>
        <p:spPr>
          <a:xfrm rot="5400000">
            <a:off x="-177892" y="2412746"/>
            <a:ext cx="5778585" cy="303073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58888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C1C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587E8A-67A6-FBB7-90C3-E80668879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tângulo: Cantos Arredondados 51">
            <a:extLst>
              <a:ext uri="{FF2B5EF4-FFF2-40B4-BE49-F238E27FC236}">
                <a16:creationId xmlns:a16="http://schemas.microsoft.com/office/drawing/2014/main" id="{434B898D-E8D6-07BE-5943-0F87ADAB2ABB}"/>
              </a:ext>
            </a:extLst>
          </p:cNvPr>
          <p:cNvSpPr/>
          <p:nvPr/>
        </p:nvSpPr>
        <p:spPr>
          <a:xfrm>
            <a:off x="-9332" y="-15474"/>
            <a:ext cx="1048039" cy="6892135"/>
          </a:xfrm>
          <a:prstGeom prst="roundRect">
            <a:avLst>
              <a:gd name="adj" fmla="val 0"/>
            </a:avLst>
          </a:prstGeom>
          <a:solidFill>
            <a:srgbClr val="053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BEA5E049-A6CA-99AD-F06D-47296AEB940E}"/>
              </a:ext>
            </a:extLst>
          </p:cNvPr>
          <p:cNvSpPr/>
          <p:nvPr/>
        </p:nvSpPr>
        <p:spPr>
          <a:xfrm rot="5400000">
            <a:off x="6798539" y="1614095"/>
            <a:ext cx="2806382" cy="7609823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9661A57A-9A7F-86B8-875F-0BD69B0DC08B}"/>
              </a:ext>
            </a:extLst>
          </p:cNvPr>
          <p:cNvSpPr/>
          <p:nvPr/>
        </p:nvSpPr>
        <p:spPr>
          <a:xfrm rot="5400000">
            <a:off x="4896177" y="573070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8EA332F1-078F-8A20-2B9F-876F3D5DA278}"/>
              </a:ext>
            </a:extLst>
          </p:cNvPr>
          <p:cNvSpPr/>
          <p:nvPr/>
        </p:nvSpPr>
        <p:spPr>
          <a:xfrm rot="5400000">
            <a:off x="6885115" y="580006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D2B138F4-851F-F3D7-8D17-3C4BF5496DB0}"/>
              </a:ext>
            </a:extLst>
          </p:cNvPr>
          <p:cNvSpPr/>
          <p:nvPr/>
        </p:nvSpPr>
        <p:spPr>
          <a:xfrm rot="5400000">
            <a:off x="8874053" y="580005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79AE1F72-F045-2D95-FA7E-D0DA229915E1}"/>
              </a:ext>
            </a:extLst>
          </p:cNvPr>
          <p:cNvSpPr/>
          <p:nvPr/>
        </p:nvSpPr>
        <p:spPr>
          <a:xfrm rot="5400000">
            <a:off x="10836352" y="575363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449D9988-5278-6A74-8869-50321776F1A9}"/>
              </a:ext>
            </a:extLst>
          </p:cNvPr>
          <p:cNvSpPr/>
          <p:nvPr/>
        </p:nvSpPr>
        <p:spPr>
          <a:xfrm rot="5400000">
            <a:off x="4896177" y="1317392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B253CB73-CCBB-D7DA-BCB1-DA61661C89C2}"/>
              </a:ext>
            </a:extLst>
          </p:cNvPr>
          <p:cNvSpPr/>
          <p:nvPr/>
        </p:nvSpPr>
        <p:spPr>
          <a:xfrm rot="5400000">
            <a:off x="6885115" y="1324328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87841CB-291C-6A89-538D-BC73CE0B78D1}"/>
              </a:ext>
            </a:extLst>
          </p:cNvPr>
          <p:cNvSpPr/>
          <p:nvPr/>
        </p:nvSpPr>
        <p:spPr>
          <a:xfrm rot="5400000">
            <a:off x="8874053" y="1324327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3A76F5A2-BDC2-CD16-3ED2-79463511F7D9}"/>
              </a:ext>
            </a:extLst>
          </p:cNvPr>
          <p:cNvSpPr/>
          <p:nvPr/>
        </p:nvSpPr>
        <p:spPr>
          <a:xfrm rot="5400000">
            <a:off x="10836352" y="1319685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30B01B27-333C-FDAA-CB7E-6CC07A0C45F8}"/>
              </a:ext>
            </a:extLst>
          </p:cNvPr>
          <p:cNvSpPr/>
          <p:nvPr/>
        </p:nvSpPr>
        <p:spPr>
          <a:xfrm rot="5400000">
            <a:off x="4896177" y="2058714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25672E5E-E000-8299-EFDF-C0B38B4DD072}"/>
              </a:ext>
            </a:extLst>
          </p:cNvPr>
          <p:cNvSpPr/>
          <p:nvPr/>
        </p:nvSpPr>
        <p:spPr>
          <a:xfrm rot="5400000">
            <a:off x="6885115" y="2065650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D4C34582-B0AB-074A-B9D0-B70499A8F2C9}"/>
              </a:ext>
            </a:extLst>
          </p:cNvPr>
          <p:cNvSpPr/>
          <p:nvPr/>
        </p:nvSpPr>
        <p:spPr>
          <a:xfrm rot="5400000">
            <a:off x="8874053" y="2065649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06AAF96E-7EAA-B063-E853-9852E23C465B}"/>
              </a:ext>
            </a:extLst>
          </p:cNvPr>
          <p:cNvSpPr/>
          <p:nvPr/>
        </p:nvSpPr>
        <p:spPr>
          <a:xfrm rot="5400000">
            <a:off x="10836352" y="2061007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890435B5-BA6A-145A-9E52-B5768BDFDF68}"/>
              </a:ext>
            </a:extLst>
          </p:cNvPr>
          <p:cNvSpPr/>
          <p:nvPr/>
        </p:nvSpPr>
        <p:spPr>
          <a:xfrm rot="5400000">
            <a:off x="4896177" y="2803036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91B8DD5B-78FD-3004-2C1C-3CAB7D753E39}"/>
              </a:ext>
            </a:extLst>
          </p:cNvPr>
          <p:cNvSpPr/>
          <p:nvPr/>
        </p:nvSpPr>
        <p:spPr>
          <a:xfrm rot="5400000">
            <a:off x="6885115" y="2809972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46932239-E263-DABF-E93F-7B9E2668C0C1}"/>
              </a:ext>
            </a:extLst>
          </p:cNvPr>
          <p:cNvSpPr/>
          <p:nvPr/>
        </p:nvSpPr>
        <p:spPr>
          <a:xfrm rot="5400000">
            <a:off x="8874053" y="2809971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AA613697-2630-B530-A0F5-CBE6CD16A37D}"/>
              </a:ext>
            </a:extLst>
          </p:cNvPr>
          <p:cNvSpPr/>
          <p:nvPr/>
        </p:nvSpPr>
        <p:spPr>
          <a:xfrm rot="5400000">
            <a:off x="10836352" y="2805329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9BFDEF8F-293F-7742-631F-C7F998B083AD}"/>
              </a:ext>
            </a:extLst>
          </p:cNvPr>
          <p:cNvSpPr/>
          <p:nvPr/>
        </p:nvSpPr>
        <p:spPr>
          <a:xfrm rot="5400000">
            <a:off x="5618921" y="-5634395"/>
            <a:ext cx="954159" cy="12192001"/>
          </a:xfrm>
          <a:prstGeom prst="roundRect">
            <a:avLst>
              <a:gd name="adj" fmla="val 0"/>
            </a:avLst>
          </a:prstGeom>
          <a:gradFill flip="none" rotWithShape="1">
            <a:gsLst>
              <a:gs pos="82400">
                <a:srgbClr val="1D4450"/>
              </a:gs>
              <a:gs pos="0">
                <a:srgbClr val="05313D"/>
              </a:gs>
              <a:gs pos="50000">
                <a:srgbClr val="1E4550"/>
              </a:gs>
              <a:gs pos="100000">
                <a:srgbClr val="0E3844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4" name="Imagem 23" descr="Logotipo&#10;&#10;Descrição gerada automaticamente com confiança média">
            <a:extLst>
              <a:ext uri="{FF2B5EF4-FFF2-40B4-BE49-F238E27FC236}">
                <a16:creationId xmlns:a16="http://schemas.microsoft.com/office/drawing/2014/main" id="{841BFC4C-9575-40CA-C451-139311CF3E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50" b="89979" l="8424" r="90367">
                        <a14:foregroundMark x1="24063" y1="12885" x2="8948" y2="60057"/>
                        <a14:foregroundMark x1="8948" y1="60057" x2="40185" y2="63135"/>
                        <a14:foregroundMark x1="40185" y1="63135" x2="50544" y2="60415"/>
                        <a14:foregroundMark x1="50544" y1="60415" x2="80371" y2="63350"/>
                        <a14:foregroundMark x1="80371" y1="63350" x2="87304" y2="62921"/>
                        <a14:foregroundMark x1="87304" y1="62921" x2="87626" y2="48604"/>
                        <a14:foregroundMark x1="87626" y1="48604" x2="90367" y2="38511"/>
                        <a14:foregroundMark x1="90367" y1="38511" x2="47037" y2="37437"/>
                        <a14:foregroundMark x1="47037" y1="37437" x2="43047" y2="49320"/>
                        <a14:foregroundMark x1="43047" y1="49320" x2="36155" y2="44667"/>
                        <a14:foregroundMark x1="36155" y1="44667" x2="34865" y2="32999"/>
                        <a14:foregroundMark x1="34865" y1="32999" x2="24506" y2="12885"/>
                        <a14:foregroundMark x1="15075" y1="69864" x2="24950" y2="75877"/>
                        <a14:foregroundMark x1="24950" y1="75877" x2="48851" y2="77309"/>
                        <a14:foregroundMark x1="48851" y1="77309" x2="55865" y2="77237"/>
                        <a14:foregroundMark x1="55865" y1="77237" x2="74164" y2="77810"/>
                        <a14:foregroundMark x1="74164" y1="77810" x2="84119" y2="76593"/>
                        <a14:foregroundMark x1="84119" y1="76593" x2="71383" y2="68074"/>
                        <a14:foregroundMark x1="71383" y1="68074" x2="17412" y2="67931"/>
                        <a14:foregroundMark x1="17412" y1="67931" x2="14228" y2="69578"/>
                        <a14:foregroundMark x1="9875" y1="88332" x2="30875" y2="87473"/>
                        <a14:foregroundMark x1="30875" y1="87473" x2="57477" y2="90838"/>
                        <a14:foregroundMark x1="57477" y1="90838" x2="91294" y2="88046"/>
                        <a14:foregroundMark x1="91294" y1="88046" x2="85449" y2="80458"/>
                        <a14:foregroundMark x1="85449" y1="80458" x2="8424" y2="82105"/>
                        <a14:foregroundMark x1="8424" y1="82105" x2="10157" y2="8733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933" y="6101943"/>
            <a:ext cx="1123236" cy="632471"/>
          </a:xfrm>
          <a:prstGeom prst="rect">
            <a:avLst/>
          </a:prstGeom>
        </p:spPr>
      </p:pic>
      <p:pic>
        <p:nvPicPr>
          <p:cNvPr id="25" name="Imagem 24" descr="Ícone&#10;&#10;Descrição gerada automaticamente">
            <a:extLst>
              <a:ext uri="{FF2B5EF4-FFF2-40B4-BE49-F238E27FC236}">
                <a16:creationId xmlns:a16="http://schemas.microsoft.com/office/drawing/2014/main" id="{213EDDE2-BBCC-359E-70F8-98C3B7467A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64362" y="236785"/>
            <a:ext cx="431674" cy="431674"/>
          </a:xfrm>
          <a:prstGeom prst="rect">
            <a:avLst/>
          </a:prstGeom>
        </p:spPr>
      </p:pic>
      <p:pic>
        <p:nvPicPr>
          <p:cNvPr id="26" name="Imagem 25" descr="Ícone&#10;&#10;Descrição gerada automaticamente">
            <a:extLst>
              <a:ext uri="{FF2B5EF4-FFF2-40B4-BE49-F238E27FC236}">
                <a16:creationId xmlns:a16="http://schemas.microsoft.com/office/drawing/2014/main" id="{6CA4BB63-1C33-B965-3FEC-1123B41D4B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44" y="227106"/>
            <a:ext cx="431674" cy="431674"/>
          </a:xfrm>
          <a:prstGeom prst="rect">
            <a:avLst/>
          </a:prstGeom>
        </p:spPr>
      </p:pic>
      <p:sp>
        <p:nvSpPr>
          <p:cNvPr id="51" name="Retângulo: Cantos Arredondados 50">
            <a:extLst>
              <a:ext uri="{FF2B5EF4-FFF2-40B4-BE49-F238E27FC236}">
                <a16:creationId xmlns:a16="http://schemas.microsoft.com/office/drawing/2014/main" id="{2DBB3560-B2CC-36E0-94B8-B928BDCD7929}"/>
              </a:ext>
            </a:extLst>
          </p:cNvPr>
          <p:cNvSpPr/>
          <p:nvPr/>
        </p:nvSpPr>
        <p:spPr>
          <a:xfrm rot="5400000">
            <a:off x="-177892" y="2412746"/>
            <a:ext cx="5778585" cy="303073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DB5F6821-E80D-B0B1-7F21-2A9447F9153C}"/>
              </a:ext>
            </a:extLst>
          </p:cNvPr>
          <p:cNvSpPr/>
          <p:nvPr/>
        </p:nvSpPr>
        <p:spPr>
          <a:xfrm>
            <a:off x="38444" y="3227888"/>
            <a:ext cx="915845" cy="516923"/>
          </a:xfrm>
          <a:prstGeom prst="roundRect">
            <a:avLst/>
          </a:prstGeom>
          <a:solidFill>
            <a:srgbClr val="506E7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/>
              <a:t>ENTRADA E SAIDA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7626FF7C-C245-0BA9-E632-5A94D3711E80}"/>
              </a:ext>
            </a:extLst>
          </p:cNvPr>
          <p:cNvSpPr/>
          <p:nvPr/>
        </p:nvSpPr>
        <p:spPr>
          <a:xfrm>
            <a:off x="36440" y="1681608"/>
            <a:ext cx="924613" cy="516923"/>
          </a:xfrm>
          <a:prstGeom prst="roundRect">
            <a:avLst/>
          </a:prstGeom>
          <a:solidFill>
            <a:srgbClr val="506E7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/>
              <a:t>UNIFORME FEMININO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6FE46DC9-4E0F-4F30-7A7F-3264FD827321}"/>
              </a:ext>
            </a:extLst>
          </p:cNvPr>
          <p:cNvSpPr/>
          <p:nvPr/>
        </p:nvSpPr>
        <p:spPr>
          <a:xfrm>
            <a:off x="38444" y="2454748"/>
            <a:ext cx="915845" cy="516923"/>
          </a:xfrm>
          <a:prstGeom prst="roundRect">
            <a:avLst/>
          </a:prstGeom>
          <a:solidFill>
            <a:srgbClr val="A0B0B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rgbClr val="1D4450"/>
                </a:solidFill>
              </a:rPr>
              <a:t>UNIFORME MASCULINO</a:t>
            </a:r>
          </a:p>
        </p:txBody>
      </p:sp>
    </p:spTree>
    <p:extLst>
      <p:ext uri="{BB962C8B-B14F-4D97-AF65-F5344CB8AC3E}">
        <p14:creationId xmlns:p14="http://schemas.microsoft.com/office/powerpoint/2010/main" val="12838893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C1C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29D3CA-0823-E22F-82E1-DF3D35062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tângulo: Cantos Arredondados 51">
            <a:extLst>
              <a:ext uri="{FF2B5EF4-FFF2-40B4-BE49-F238E27FC236}">
                <a16:creationId xmlns:a16="http://schemas.microsoft.com/office/drawing/2014/main" id="{C38D2F00-3F66-2908-F394-FD6CA2CC8729}"/>
              </a:ext>
            </a:extLst>
          </p:cNvPr>
          <p:cNvSpPr/>
          <p:nvPr/>
        </p:nvSpPr>
        <p:spPr>
          <a:xfrm>
            <a:off x="-9332" y="-15474"/>
            <a:ext cx="1048039" cy="6892135"/>
          </a:xfrm>
          <a:prstGeom prst="roundRect">
            <a:avLst>
              <a:gd name="adj" fmla="val 0"/>
            </a:avLst>
          </a:prstGeom>
          <a:solidFill>
            <a:srgbClr val="053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3F508DBF-2175-DEB1-5490-FB7F9AB81D8A}"/>
              </a:ext>
            </a:extLst>
          </p:cNvPr>
          <p:cNvSpPr/>
          <p:nvPr/>
        </p:nvSpPr>
        <p:spPr>
          <a:xfrm rot="5400000">
            <a:off x="6798539" y="1614095"/>
            <a:ext cx="2806382" cy="7609823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B334FCA1-037B-B4D4-92B2-2C2D07606048}"/>
              </a:ext>
            </a:extLst>
          </p:cNvPr>
          <p:cNvSpPr/>
          <p:nvPr/>
        </p:nvSpPr>
        <p:spPr>
          <a:xfrm rot="5400000">
            <a:off x="4896177" y="573070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2657B244-1320-CECB-166A-7F5BA684D32F}"/>
              </a:ext>
            </a:extLst>
          </p:cNvPr>
          <p:cNvSpPr/>
          <p:nvPr/>
        </p:nvSpPr>
        <p:spPr>
          <a:xfrm rot="5400000">
            <a:off x="6885115" y="580006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F0079B0D-55C1-BF4F-D204-134ED1FADE47}"/>
              </a:ext>
            </a:extLst>
          </p:cNvPr>
          <p:cNvSpPr/>
          <p:nvPr/>
        </p:nvSpPr>
        <p:spPr>
          <a:xfrm rot="5400000">
            <a:off x="8874053" y="580005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559417F3-09FF-60B7-AA40-D13000C8E316}"/>
              </a:ext>
            </a:extLst>
          </p:cNvPr>
          <p:cNvSpPr/>
          <p:nvPr/>
        </p:nvSpPr>
        <p:spPr>
          <a:xfrm rot="5400000">
            <a:off x="10836352" y="575363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E3223BAA-FB32-735F-5BF4-DF52278F94A5}"/>
              </a:ext>
            </a:extLst>
          </p:cNvPr>
          <p:cNvSpPr/>
          <p:nvPr/>
        </p:nvSpPr>
        <p:spPr>
          <a:xfrm rot="5400000">
            <a:off x="4896177" y="1317392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E0DB72B4-0BB4-2FC9-CB7C-21574D9430F1}"/>
              </a:ext>
            </a:extLst>
          </p:cNvPr>
          <p:cNvSpPr/>
          <p:nvPr/>
        </p:nvSpPr>
        <p:spPr>
          <a:xfrm rot="5400000">
            <a:off x="6885115" y="1324328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1A5B7D08-95E3-18C5-4595-CC795B45C77B}"/>
              </a:ext>
            </a:extLst>
          </p:cNvPr>
          <p:cNvSpPr/>
          <p:nvPr/>
        </p:nvSpPr>
        <p:spPr>
          <a:xfrm rot="5400000">
            <a:off x="8874053" y="1324327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5A19528-C407-8F8C-33E9-8262E97F3D39}"/>
              </a:ext>
            </a:extLst>
          </p:cNvPr>
          <p:cNvSpPr/>
          <p:nvPr/>
        </p:nvSpPr>
        <p:spPr>
          <a:xfrm rot="5400000">
            <a:off x="10836352" y="1319685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85B6020A-19E4-A527-242D-08486286A023}"/>
              </a:ext>
            </a:extLst>
          </p:cNvPr>
          <p:cNvSpPr/>
          <p:nvPr/>
        </p:nvSpPr>
        <p:spPr>
          <a:xfrm rot="5400000">
            <a:off x="4896177" y="2058714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548094F6-1E35-818B-3F68-F25D64848EDB}"/>
              </a:ext>
            </a:extLst>
          </p:cNvPr>
          <p:cNvSpPr/>
          <p:nvPr/>
        </p:nvSpPr>
        <p:spPr>
          <a:xfrm rot="5400000">
            <a:off x="6885115" y="2065650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2914C943-F425-2779-8A81-80F712506196}"/>
              </a:ext>
            </a:extLst>
          </p:cNvPr>
          <p:cNvSpPr/>
          <p:nvPr/>
        </p:nvSpPr>
        <p:spPr>
          <a:xfrm rot="5400000">
            <a:off x="8874053" y="2065649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27E0625E-7B3E-86C3-0290-294B9FC6510C}"/>
              </a:ext>
            </a:extLst>
          </p:cNvPr>
          <p:cNvSpPr/>
          <p:nvPr/>
        </p:nvSpPr>
        <p:spPr>
          <a:xfrm rot="5400000">
            <a:off x="10836352" y="2061007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7F879BB4-FB65-4805-CFF3-8F2A5FF809C5}"/>
              </a:ext>
            </a:extLst>
          </p:cNvPr>
          <p:cNvSpPr/>
          <p:nvPr/>
        </p:nvSpPr>
        <p:spPr>
          <a:xfrm rot="5400000">
            <a:off x="4896177" y="2803036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4CE59AD0-DEB2-1DFF-8CCA-1474D02FDA22}"/>
              </a:ext>
            </a:extLst>
          </p:cNvPr>
          <p:cNvSpPr/>
          <p:nvPr/>
        </p:nvSpPr>
        <p:spPr>
          <a:xfrm rot="5400000">
            <a:off x="6885115" y="2809972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AEFA23E8-034B-B91F-DB78-C51669562696}"/>
              </a:ext>
            </a:extLst>
          </p:cNvPr>
          <p:cNvSpPr/>
          <p:nvPr/>
        </p:nvSpPr>
        <p:spPr>
          <a:xfrm rot="5400000">
            <a:off x="8874053" y="2809971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4479E1CD-9B79-60AB-6315-2472894276A4}"/>
              </a:ext>
            </a:extLst>
          </p:cNvPr>
          <p:cNvSpPr/>
          <p:nvPr/>
        </p:nvSpPr>
        <p:spPr>
          <a:xfrm rot="5400000">
            <a:off x="10836352" y="2805329"/>
            <a:ext cx="637997" cy="1636715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43B77CB7-91F1-D24B-980C-3E7E1E6E18D6}"/>
              </a:ext>
            </a:extLst>
          </p:cNvPr>
          <p:cNvSpPr/>
          <p:nvPr/>
        </p:nvSpPr>
        <p:spPr>
          <a:xfrm rot="5400000">
            <a:off x="5618921" y="-5634395"/>
            <a:ext cx="954159" cy="12192001"/>
          </a:xfrm>
          <a:prstGeom prst="roundRect">
            <a:avLst>
              <a:gd name="adj" fmla="val 0"/>
            </a:avLst>
          </a:prstGeom>
          <a:gradFill flip="none" rotWithShape="1">
            <a:gsLst>
              <a:gs pos="82400">
                <a:srgbClr val="1D4450"/>
              </a:gs>
              <a:gs pos="0">
                <a:srgbClr val="05313D"/>
              </a:gs>
              <a:gs pos="50000">
                <a:srgbClr val="1E4550"/>
              </a:gs>
              <a:gs pos="100000">
                <a:srgbClr val="0E3844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4" name="Imagem 23" descr="Logotipo&#10;&#10;Descrição gerada automaticamente com confiança média">
            <a:extLst>
              <a:ext uri="{FF2B5EF4-FFF2-40B4-BE49-F238E27FC236}">
                <a16:creationId xmlns:a16="http://schemas.microsoft.com/office/drawing/2014/main" id="{B3225324-78AE-A682-FDD3-2E0375ADDF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50" b="89979" l="8424" r="90367">
                        <a14:foregroundMark x1="24063" y1="12885" x2="8948" y2="60057"/>
                        <a14:foregroundMark x1="8948" y1="60057" x2="40185" y2="63135"/>
                        <a14:foregroundMark x1="40185" y1="63135" x2="50544" y2="60415"/>
                        <a14:foregroundMark x1="50544" y1="60415" x2="80371" y2="63350"/>
                        <a14:foregroundMark x1="80371" y1="63350" x2="87304" y2="62921"/>
                        <a14:foregroundMark x1="87304" y1="62921" x2="87626" y2="48604"/>
                        <a14:foregroundMark x1="87626" y1="48604" x2="90367" y2="38511"/>
                        <a14:foregroundMark x1="90367" y1="38511" x2="47037" y2="37437"/>
                        <a14:foregroundMark x1="47037" y1="37437" x2="43047" y2="49320"/>
                        <a14:foregroundMark x1="43047" y1="49320" x2="36155" y2="44667"/>
                        <a14:foregroundMark x1="36155" y1="44667" x2="34865" y2="32999"/>
                        <a14:foregroundMark x1="34865" y1="32999" x2="24506" y2="12885"/>
                        <a14:foregroundMark x1="15075" y1="69864" x2="24950" y2="75877"/>
                        <a14:foregroundMark x1="24950" y1="75877" x2="48851" y2="77309"/>
                        <a14:foregroundMark x1="48851" y1="77309" x2="55865" y2="77237"/>
                        <a14:foregroundMark x1="55865" y1="77237" x2="74164" y2="77810"/>
                        <a14:foregroundMark x1="74164" y1="77810" x2="84119" y2="76593"/>
                        <a14:foregroundMark x1="84119" y1="76593" x2="71383" y2="68074"/>
                        <a14:foregroundMark x1="71383" y1="68074" x2="17412" y2="67931"/>
                        <a14:foregroundMark x1="17412" y1="67931" x2="14228" y2="69578"/>
                        <a14:foregroundMark x1="9875" y1="88332" x2="30875" y2="87473"/>
                        <a14:foregroundMark x1="30875" y1="87473" x2="57477" y2="90838"/>
                        <a14:foregroundMark x1="57477" y1="90838" x2="91294" y2="88046"/>
                        <a14:foregroundMark x1="91294" y1="88046" x2="85449" y2="80458"/>
                        <a14:foregroundMark x1="85449" y1="80458" x2="8424" y2="82105"/>
                        <a14:foregroundMark x1="8424" y1="82105" x2="10157" y2="8733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933" y="6101943"/>
            <a:ext cx="1123236" cy="632471"/>
          </a:xfrm>
          <a:prstGeom prst="rect">
            <a:avLst/>
          </a:prstGeom>
        </p:spPr>
      </p:pic>
      <p:pic>
        <p:nvPicPr>
          <p:cNvPr id="25" name="Imagem 24" descr="Ícone&#10;&#10;Descrição gerada automaticamente">
            <a:extLst>
              <a:ext uri="{FF2B5EF4-FFF2-40B4-BE49-F238E27FC236}">
                <a16:creationId xmlns:a16="http://schemas.microsoft.com/office/drawing/2014/main" id="{22F64B7A-0D72-611F-A061-C82324DBF8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64362" y="236785"/>
            <a:ext cx="431674" cy="431674"/>
          </a:xfrm>
          <a:prstGeom prst="rect">
            <a:avLst/>
          </a:prstGeom>
        </p:spPr>
      </p:pic>
      <p:pic>
        <p:nvPicPr>
          <p:cNvPr id="26" name="Imagem 25" descr="Ícone&#10;&#10;Descrição gerada automaticamente">
            <a:extLst>
              <a:ext uri="{FF2B5EF4-FFF2-40B4-BE49-F238E27FC236}">
                <a16:creationId xmlns:a16="http://schemas.microsoft.com/office/drawing/2014/main" id="{2D4700A8-3C1A-4DD4-4761-0EFFC1E773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44" y="227106"/>
            <a:ext cx="431674" cy="431674"/>
          </a:xfrm>
          <a:prstGeom prst="rect">
            <a:avLst/>
          </a:prstGeom>
        </p:spPr>
      </p:pic>
      <p:sp>
        <p:nvSpPr>
          <p:cNvPr id="51" name="Retângulo: Cantos Arredondados 50">
            <a:extLst>
              <a:ext uri="{FF2B5EF4-FFF2-40B4-BE49-F238E27FC236}">
                <a16:creationId xmlns:a16="http://schemas.microsoft.com/office/drawing/2014/main" id="{E1A6D307-9250-17A4-01E8-07D492C6E149}"/>
              </a:ext>
            </a:extLst>
          </p:cNvPr>
          <p:cNvSpPr/>
          <p:nvPr/>
        </p:nvSpPr>
        <p:spPr>
          <a:xfrm rot="5400000">
            <a:off x="-177892" y="2412746"/>
            <a:ext cx="5778585" cy="303073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35113F64-7DE3-0276-2631-B6749BCF948B}"/>
              </a:ext>
            </a:extLst>
          </p:cNvPr>
          <p:cNvSpPr/>
          <p:nvPr/>
        </p:nvSpPr>
        <p:spPr>
          <a:xfrm>
            <a:off x="38444" y="2454748"/>
            <a:ext cx="915845" cy="516923"/>
          </a:xfrm>
          <a:prstGeom prst="roundRect">
            <a:avLst/>
          </a:prstGeom>
          <a:solidFill>
            <a:srgbClr val="506E7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/>
              <a:t>UNIFORME MASCULINO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73EF11BF-50C6-DA07-C6E5-9F7965CC0025}"/>
              </a:ext>
            </a:extLst>
          </p:cNvPr>
          <p:cNvSpPr/>
          <p:nvPr/>
        </p:nvSpPr>
        <p:spPr>
          <a:xfrm>
            <a:off x="36440" y="1681608"/>
            <a:ext cx="924613" cy="516923"/>
          </a:xfrm>
          <a:prstGeom prst="roundRect">
            <a:avLst/>
          </a:prstGeom>
          <a:solidFill>
            <a:srgbClr val="506E7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/>
              <a:t>UNIFORME FEMININO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217483A5-6676-85E6-96D6-80C08FD8B98E}"/>
              </a:ext>
            </a:extLst>
          </p:cNvPr>
          <p:cNvSpPr/>
          <p:nvPr/>
        </p:nvSpPr>
        <p:spPr>
          <a:xfrm>
            <a:off x="38444" y="3227888"/>
            <a:ext cx="915845" cy="516923"/>
          </a:xfrm>
          <a:prstGeom prst="roundRect">
            <a:avLst/>
          </a:prstGeom>
          <a:solidFill>
            <a:srgbClr val="A0B0B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rgbClr val="1D4450"/>
                </a:solidFill>
              </a:rPr>
              <a:t>ENTRADA E SAIDA</a:t>
            </a:r>
          </a:p>
        </p:txBody>
      </p:sp>
    </p:spTree>
    <p:extLst>
      <p:ext uri="{BB962C8B-B14F-4D97-AF65-F5344CB8AC3E}">
        <p14:creationId xmlns:p14="http://schemas.microsoft.com/office/powerpoint/2010/main" val="41643771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C1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42BD4803-B300-8FC5-02C6-2BAA9029D1EC}"/>
              </a:ext>
            </a:extLst>
          </p:cNvPr>
          <p:cNvSpPr/>
          <p:nvPr/>
        </p:nvSpPr>
        <p:spPr>
          <a:xfrm>
            <a:off x="-9332" y="-15474"/>
            <a:ext cx="1048039" cy="6892135"/>
          </a:xfrm>
          <a:prstGeom prst="roundRect">
            <a:avLst>
              <a:gd name="adj" fmla="val 0"/>
            </a:avLst>
          </a:prstGeom>
          <a:solidFill>
            <a:srgbClr val="053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427997C0-4469-1305-6A08-08ED37A52413}"/>
              </a:ext>
            </a:extLst>
          </p:cNvPr>
          <p:cNvSpPr/>
          <p:nvPr/>
        </p:nvSpPr>
        <p:spPr>
          <a:xfrm rot="5400000">
            <a:off x="5628252" y="-5634395"/>
            <a:ext cx="954159" cy="12192001"/>
          </a:xfrm>
          <a:prstGeom prst="roundRect">
            <a:avLst>
              <a:gd name="adj" fmla="val 0"/>
            </a:avLst>
          </a:prstGeom>
          <a:gradFill flip="none" rotWithShape="1">
            <a:gsLst>
              <a:gs pos="82400">
                <a:srgbClr val="1D4450"/>
              </a:gs>
              <a:gs pos="0">
                <a:srgbClr val="05313D"/>
              </a:gs>
              <a:gs pos="50000">
                <a:srgbClr val="1E4550"/>
              </a:gs>
              <a:gs pos="100000">
                <a:srgbClr val="0E3844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0" name="Imagem 39" descr="Ícone&#10;&#10;Descrição gerada automaticamente">
            <a:extLst>
              <a:ext uri="{FF2B5EF4-FFF2-40B4-BE49-F238E27FC236}">
                <a16:creationId xmlns:a16="http://schemas.microsoft.com/office/drawing/2014/main" id="{160CF1C7-90B7-BFD9-80B7-C22A6AC62D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64362" y="236785"/>
            <a:ext cx="431674" cy="431674"/>
          </a:xfrm>
          <a:prstGeom prst="rect">
            <a:avLst/>
          </a:prstGeom>
        </p:spPr>
      </p:pic>
      <p:pic>
        <p:nvPicPr>
          <p:cNvPr id="41" name="Imagem 40" descr="Ícone&#10;&#10;Descrição gerada automaticamente">
            <a:extLst>
              <a:ext uri="{FF2B5EF4-FFF2-40B4-BE49-F238E27FC236}">
                <a16:creationId xmlns:a16="http://schemas.microsoft.com/office/drawing/2014/main" id="{28CADCC8-8F3A-C4E3-72C7-696D346F3A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44" y="227106"/>
            <a:ext cx="431674" cy="431674"/>
          </a:xfrm>
          <a:prstGeom prst="rect">
            <a:avLst/>
          </a:prstGeom>
        </p:spPr>
      </p:pic>
      <p:pic>
        <p:nvPicPr>
          <p:cNvPr id="45" name="Imagem 44" descr="Logotipo&#10;&#10;Descrição gerada automaticamente com confiança média">
            <a:extLst>
              <a:ext uri="{FF2B5EF4-FFF2-40B4-BE49-F238E27FC236}">
                <a16:creationId xmlns:a16="http://schemas.microsoft.com/office/drawing/2014/main" id="{C275242B-D202-04A8-4C79-8ACC58ED54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50" b="89979" l="8424" r="90367">
                        <a14:foregroundMark x1="24063" y1="12885" x2="8948" y2="60057"/>
                        <a14:foregroundMark x1="8948" y1="60057" x2="40185" y2="63135"/>
                        <a14:foregroundMark x1="40185" y1="63135" x2="50544" y2="60415"/>
                        <a14:foregroundMark x1="50544" y1="60415" x2="80371" y2="63350"/>
                        <a14:foregroundMark x1="80371" y1="63350" x2="87304" y2="62921"/>
                        <a14:foregroundMark x1="87304" y1="62921" x2="87626" y2="48604"/>
                        <a14:foregroundMark x1="87626" y1="48604" x2="90367" y2="38511"/>
                        <a14:foregroundMark x1="90367" y1="38511" x2="47037" y2="37437"/>
                        <a14:foregroundMark x1="47037" y1="37437" x2="43047" y2="49320"/>
                        <a14:foregroundMark x1="43047" y1="49320" x2="36155" y2="44667"/>
                        <a14:foregroundMark x1="36155" y1="44667" x2="34865" y2="32999"/>
                        <a14:foregroundMark x1="34865" y1="32999" x2="24506" y2="12885"/>
                        <a14:foregroundMark x1="15075" y1="69864" x2="24950" y2="75877"/>
                        <a14:foregroundMark x1="24950" y1="75877" x2="48851" y2="77309"/>
                        <a14:foregroundMark x1="48851" y1="77309" x2="55865" y2="77237"/>
                        <a14:foregroundMark x1="55865" y1="77237" x2="74164" y2="77810"/>
                        <a14:foregroundMark x1="74164" y1="77810" x2="84119" y2="76593"/>
                        <a14:foregroundMark x1="84119" y1="76593" x2="71383" y2="68074"/>
                        <a14:foregroundMark x1="71383" y1="68074" x2="17412" y2="67931"/>
                        <a14:foregroundMark x1="17412" y1="67931" x2="14228" y2="69578"/>
                        <a14:foregroundMark x1="9875" y1="88332" x2="30875" y2="87473"/>
                        <a14:foregroundMark x1="30875" y1="87473" x2="57477" y2="90838"/>
                        <a14:foregroundMark x1="57477" y1="90838" x2="91294" y2="88046"/>
                        <a14:foregroundMark x1="91294" y1="88046" x2="85449" y2="80458"/>
                        <a14:foregroundMark x1="85449" y1="80458" x2="8424" y2="82105"/>
                        <a14:foregroundMark x1="8424" y1="82105" x2="10157" y2="8733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933" y="6101943"/>
            <a:ext cx="1123236" cy="632471"/>
          </a:xfrm>
          <a:prstGeom prst="rect">
            <a:avLst/>
          </a:prstGeom>
        </p:spPr>
      </p:pic>
      <p:sp>
        <p:nvSpPr>
          <p:cNvPr id="89" name="Retângulo: Cantos Arredondados 88">
            <a:extLst>
              <a:ext uri="{FF2B5EF4-FFF2-40B4-BE49-F238E27FC236}">
                <a16:creationId xmlns:a16="http://schemas.microsoft.com/office/drawing/2014/main" id="{6884AE90-1204-FEF4-5CC9-CA90D0E536DC}"/>
              </a:ext>
            </a:extLst>
          </p:cNvPr>
          <p:cNvSpPr/>
          <p:nvPr/>
        </p:nvSpPr>
        <p:spPr>
          <a:xfrm rot="5400000">
            <a:off x="6785814" y="1599308"/>
            <a:ext cx="2806382" cy="7609823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0" name="Retângulo: Cantos Arredondados 89">
            <a:extLst>
              <a:ext uri="{FF2B5EF4-FFF2-40B4-BE49-F238E27FC236}">
                <a16:creationId xmlns:a16="http://schemas.microsoft.com/office/drawing/2014/main" id="{00718133-5B5D-F1FF-AF23-41363F5B6F8A}"/>
              </a:ext>
            </a:extLst>
          </p:cNvPr>
          <p:cNvSpPr/>
          <p:nvPr/>
        </p:nvSpPr>
        <p:spPr>
          <a:xfrm rot="5400000">
            <a:off x="5347099" y="113540"/>
            <a:ext cx="637997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1" name="Retângulo: Cantos Arredondados 90">
            <a:extLst>
              <a:ext uri="{FF2B5EF4-FFF2-40B4-BE49-F238E27FC236}">
                <a16:creationId xmlns:a16="http://schemas.microsoft.com/office/drawing/2014/main" id="{CF45742F-A656-CCD3-482E-49EADEA475C1}"/>
              </a:ext>
            </a:extLst>
          </p:cNvPr>
          <p:cNvSpPr/>
          <p:nvPr/>
        </p:nvSpPr>
        <p:spPr>
          <a:xfrm rot="5400000">
            <a:off x="7886474" y="108748"/>
            <a:ext cx="637998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2" name="Retângulo: Cantos Arredondados 91">
            <a:extLst>
              <a:ext uri="{FF2B5EF4-FFF2-40B4-BE49-F238E27FC236}">
                <a16:creationId xmlns:a16="http://schemas.microsoft.com/office/drawing/2014/main" id="{002B79DE-0C4E-731E-1DB3-5247878FBC65}"/>
              </a:ext>
            </a:extLst>
          </p:cNvPr>
          <p:cNvSpPr/>
          <p:nvPr/>
        </p:nvSpPr>
        <p:spPr>
          <a:xfrm rot="5400000">
            <a:off x="10425847" y="108748"/>
            <a:ext cx="637998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3" name="Retângulo: Cantos Arredondados 92">
            <a:extLst>
              <a:ext uri="{FF2B5EF4-FFF2-40B4-BE49-F238E27FC236}">
                <a16:creationId xmlns:a16="http://schemas.microsoft.com/office/drawing/2014/main" id="{A5182311-79CA-E3E6-5259-439BD2D1B0B3}"/>
              </a:ext>
            </a:extLst>
          </p:cNvPr>
          <p:cNvSpPr/>
          <p:nvPr/>
        </p:nvSpPr>
        <p:spPr>
          <a:xfrm rot="5400000">
            <a:off x="5347099" y="845576"/>
            <a:ext cx="637998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4" name="Retângulo: Cantos Arredondados 93">
            <a:extLst>
              <a:ext uri="{FF2B5EF4-FFF2-40B4-BE49-F238E27FC236}">
                <a16:creationId xmlns:a16="http://schemas.microsoft.com/office/drawing/2014/main" id="{4F9DACDC-02E5-0448-D812-7A2AA57BE439}"/>
              </a:ext>
            </a:extLst>
          </p:cNvPr>
          <p:cNvSpPr/>
          <p:nvPr/>
        </p:nvSpPr>
        <p:spPr>
          <a:xfrm rot="5400000">
            <a:off x="7886473" y="840785"/>
            <a:ext cx="637999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5" name="Retângulo: Cantos Arredondados 94">
            <a:extLst>
              <a:ext uri="{FF2B5EF4-FFF2-40B4-BE49-F238E27FC236}">
                <a16:creationId xmlns:a16="http://schemas.microsoft.com/office/drawing/2014/main" id="{FCB4AD40-E46B-0005-310C-AB65C847D6BD}"/>
              </a:ext>
            </a:extLst>
          </p:cNvPr>
          <p:cNvSpPr/>
          <p:nvPr/>
        </p:nvSpPr>
        <p:spPr>
          <a:xfrm rot="5400000">
            <a:off x="10425846" y="840785"/>
            <a:ext cx="637999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6" name="Retângulo: Cantos Arredondados 95">
            <a:extLst>
              <a:ext uri="{FF2B5EF4-FFF2-40B4-BE49-F238E27FC236}">
                <a16:creationId xmlns:a16="http://schemas.microsoft.com/office/drawing/2014/main" id="{CE0A0169-26EE-633D-1FB0-53FE82DD565F}"/>
              </a:ext>
            </a:extLst>
          </p:cNvPr>
          <p:cNvSpPr/>
          <p:nvPr/>
        </p:nvSpPr>
        <p:spPr>
          <a:xfrm rot="5400000">
            <a:off x="5347099" y="1568438"/>
            <a:ext cx="637998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7" name="Retângulo: Cantos Arredondados 96">
            <a:extLst>
              <a:ext uri="{FF2B5EF4-FFF2-40B4-BE49-F238E27FC236}">
                <a16:creationId xmlns:a16="http://schemas.microsoft.com/office/drawing/2014/main" id="{F0B470DB-1BB6-F038-ED45-CCE0EE294744}"/>
              </a:ext>
            </a:extLst>
          </p:cNvPr>
          <p:cNvSpPr/>
          <p:nvPr/>
        </p:nvSpPr>
        <p:spPr>
          <a:xfrm rot="5400000">
            <a:off x="7886473" y="1563647"/>
            <a:ext cx="637999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8" name="Retângulo: Cantos Arredondados 97">
            <a:extLst>
              <a:ext uri="{FF2B5EF4-FFF2-40B4-BE49-F238E27FC236}">
                <a16:creationId xmlns:a16="http://schemas.microsoft.com/office/drawing/2014/main" id="{A1FC841C-BC11-A05F-B5E1-69D8D820C7A7}"/>
              </a:ext>
            </a:extLst>
          </p:cNvPr>
          <p:cNvSpPr/>
          <p:nvPr/>
        </p:nvSpPr>
        <p:spPr>
          <a:xfrm rot="5400000">
            <a:off x="10425846" y="1563647"/>
            <a:ext cx="637999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9" name="Retângulo: Cantos Arredondados 98">
            <a:extLst>
              <a:ext uri="{FF2B5EF4-FFF2-40B4-BE49-F238E27FC236}">
                <a16:creationId xmlns:a16="http://schemas.microsoft.com/office/drawing/2014/main" id="{B23BF5A4-4193-19A6-1653-D4B262884172}"/>
              </a:ext>
            </a:extLst>
          </p:cNvPr>
          <p:cNvSpPr/>
          <p:nvPr/>
        </p:nvSpPr>
        <p:spPr>
          <a:xfrm rot="5400000">
            <a:off x="5347099" y="2291300"/>
            <a:ext cx="637998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0" name="Retângulo: Cantos Arredondados 99">
            <a:extLst>
              <a:ext uri="{FF2B5EF4-FFF2-40B4-BE49-F238E27FC236}">
                <a16:creationId xmlns:a16="http://schemas.microsoft.com/office/drawing/2014/main" id="{9A20AED6-503C-DD2D-D4D3-A01B71491EEB}"/>
              </a:ext>
            </a:extLst>
          </p:cNvPr>
          <p:cNvSpPr/>
          <p:nvPr/>
        </p:nvSpPr>
        <p:spPr>
          <a:xfrm rot="5400000">
            <a:off x="7886473" y="2286509"/>
            <a:ext cx="637999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1" name="Retângulo: Cantos Arredondados 100">
            <a:extLst>
              <a:ext uri="{FF2B5EF4-FFF2-40B4-BE49-F238E27FC236}">
                <a16:creationId xmlns:a16="http://schemas.microsoft.com/office/drawing/2014/main" id="{26D75FC8-AADB-57D8-7C95-D4FB8A103B11}"/>
              </a:ext>
            </a:extLst>
          </p:cNvPr>
          <p:cNvSpPr/>
          <p:nvPr/>
        </p:nvSpPr>
        <p:spPr>
          <a:xfrm rot="5400000">
            <a:off x="10425846" y="2286509"/>
            <a:ext cx="637999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2" name="Retângulo: Cantos Arredondados 101">
            <a:extLst>
              <a:ext uri="{FF2B5EF4-FFF2-40B4-BE49-F238E27FC236}">
                <a16:creationId xmlns:a16="http://schemas.microsoft.com/office/drawing/2014/main" id="{3F9EDC72-984D-E81B-C805-6F921E5D09B3}"/>
              </a:ext>
            </a:extLst>
          </p:cNvPr>
          <p:cNvSpPr/>
          <p:nvPr/>
        </p:nvSpPr>
        <p:spPr>
          <a:xfrm rot="5400000">
            <a:off x="-177892" y="2412746"/>
            <a:ext cx="5778585" cy="303073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" name="Retângulo: Cantos Arredondados 102">
            <a:extLst>
              <a:ext uri="{FF2B5EF4-FFF2-40B4-BE49-F238E27FC236}">
                <a16:creationId xmlns:a16="http://schemas.microsoft.com/office/drawing/2014/main" id="{247FA308-DBBA-EB04-D358-1AF95D6BEA8F}"/>
              </a:ext>
            </a:extLst>
          </p:cNvPr>
          <p:cNvSpPr/>
          <p:nvPr/>
        </p:nvSpPr>
        <p:spPr>
          <a:xfrm>
            <a:off x="38444" y="2454748"/>
            <a:ext cx="915845" cy="516923"/>
          </a:xfrm>
          <a:prstGeom prst="roundRect">
            <a:avLst/>
          </a:prstGeom>
          <a:solidFill>
            <a:srgbClr val="506E7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/>
              <a:t>UNIFORME MASCULINO</a:t>
            </a:r>
          </a:p>
        </p:txBody>
      </p:sp>
      <p:sp>
        <p:nvSpPr>
          <p:cNvPr id="104" name="Retângulo: Cantos Arredondados 103">
            <a:extLst>
              <a:ext uri="{FF2B5EF4-FFF2-40B4-BE49-F238E27FC236}">
                <a16:creationId xmlns:a16="http://schemas.microsoft.com/office/drawing/2014/main" id="{329CFE96-6E4F-9D89-5435-86F8B76E59DC}"/>
              </a:ext>
            </a:extLst>
          </p:cNvPr>
          <p:cNvSpPr/>
          <p:nvPr/>
        </p:nvSpPr>
        <p:spPr>
          <a:xfrm>
            <a:off x="38444" y="3227888"/>
            <a:ext cx="915845" cy="516923"/>
          </a:xfrm>
          <a:prstGeom prst="roundRect">
            <a:avLst/>
          </a:prstGeom>
          <a:solidFill>
            <a:srgbClr val="506E7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/>
              <a:t>ENTRADA E SAIDA</a:t>
            </a:r>
          </a:p>
        </p:txBody>
      </p:sp>
      <p:sp>
        <p:nvSpPr>
          <p:cNvPr id="105" name="Retângulo: Cantos Arredondados 104">
            <a:extLst>
              <a:ext uri="{FF2B5EF4-FFF2-40B4-BE49-F238E27FC236}">
                <a16:creationId xmlns:a16="http://schemas.microsoft.com/office/drawing/2014/main" id="{A5C63FD6-2A1B-7D8D-930A-F811EA809C73}"/>
              </a:ext>
            </a:extLst>
          </p:cNvPr>
          <p:cNvSpPr/>
          <p:nvPr/>
        </p:nvSpPr>
        <p:spPr>
          <a:xfrm>
            <a:off x="36440" y="1681608"/>
            <a:ext cx="924613" cy="516923"/>
          </a:xfrm>
          <a:prstGeom prst="roundRect">
            <a:avLst/>
          </a:prstGeom>
          <a:solidFill>
            <a:srgbClr val="A0B0B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rgbClr val="1D4450"/>
                </a:solidFill>
              </a:rPr>
              <a:t>UNIFORME FEMININO</a:t>
            </a:r>
          </a:p>
        </p:txBody>
      </p:sp>
    </p:spTree>
    <p:extLst>
      <p:ext uri="{BB962C8B-B14F-4D97-AF65-F5344CB8AC3E}">
        <p14:creationId xmlns:p14="http://schemas.microsoft.com/office/powerpoint/2010/main" val="38010629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C1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9429FC7C-309C-43DF-1A9D-0ED14E052E99}"/>
              </a:ext>
            </a:extLst>
          </p:cNvPr>
          <p:cNvSpPr/>
          <p:nvPr/>
        </p:nvSpPr>
        <p:spPr>
          <a:xfrm>
            <a:off x="-9332" y="-15474"/>
            <a:ext cx="1048039" cy="6892135"/>
          </a:xfrm>
          <a:prstGeom prst="roundRect">
            <a:avLst>
              <a:gd name="adj" fmla="val 0"/>
            </a:avLst>
          </a:prstGeom>
          <a:solidFill>
            <a:srgbClr val="053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C32ED8DE-FEDA-AB6A-39FA-7C7236F304C1}"/>
              </a:ext>
            </a:extLst>
          </p:cNvPr>
          <p:cNvSpPr/>
          <p:nvPr/>
        </p:nvSpPr>
        <p:spPr>
          <a:xfrm rot="5400000">
            <a:off x="6785814" y="1599308"/>
            <a:ext cx="2806382" cy="7609823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77D2A5DD-49ED-71E9-4747-B6124ABF1AEE}"/>
              </a:ext>
            </a:extLst>
          </p:cNvPr>
          <p:cNvSpPr/>
          <p:nvPr/>
        </p:nvSpPr>
        <p:spPr>
          <a:xfrm rot="5400000">
            <a:off x="5347099" y="113540"/>
            <a:ext cx="637997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6B379645-4BFC-3EB6-5332-7AD7E5AD5E3F}"/>
              </a:ext>
            </a:extLst>
          </p:cNvPr>
          <p:cNvSpPr/>
          <p:nvPr/>
        </p:nvSpPr>
        <p:spPr>
          <a:xfrm rot="5400000">
            <a:off x="7886474" y="108748"/>
            <a:ext cx="637998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CB738361-650A-582D-E4AB-C54F13988C7B}"/>
              </a:ext>
            </a:extLst>
          </p:cNvPr>
          <p:cNvSpPr/>
          <p:nvPr/>
        </p:nvSpPr>
        <p:spPr>
          <a:xfrm rot="5400000">
            <a:off x="10425847" y="108748"/>
            <a:ext cx="637998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A63A4E53-617F-54E4-6D09-7E0297B0DAAA}"/>
              </a:ext>
            </a:extLst>
          </p:cNvPr>
          <p:cNvSpPr/>
          <p:nvPr/>
        </p:nvSpPr>
        <p:spPr>
          <a:xfrm rot="5400000">
            <a:off x="5347099" y="845576"/>
            <a:ext cx="637998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12BBB8A6-68DB-F4EE-FA75-558094D1474C}"/>
              </a:ext>
            </a:extLst>
          </p:cNvPr>
          <p:cNvSpPr/>
          <p:nvPr/>
        </p:nvSpPr>
        <p:spPr>
          <a:xfrm rot="5400000">
            <a:off x="7886473" y="840785"/>
            <a:ext cx="637999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1A2C87D4-E102-47F3-98E3-15B4AA412710}"/>
              </a:ext>
            </a:extLst>
          </p:cNvPr>
          <p:cNvSpPr/>
          <p:nvPr/>
        </p:nvSpPr>
        <p:spPr>
          <a:xfrm rot="5400000">
            <a:off x="10425846" y="840785"/>
            <a:ext cx="637999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90B2D571-06D2-062F-8E33-9EBD81A68B6F}"/>
              </a:ext>
            </a:extLst>
          </p:cNvPr>
          <p:cNvSpPr/>
          <p:nvPr/>
        </p:nvSpPr>
        <p:spPr>
          <a:xfrm rot="5400000">
            <a:off x="5347099" y="1568438"/>
            <a:ext cx="637998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BC474B41-FDEB-2716-161B-7ABD23184B3C}"/>
              </a:ext>
            </a:extLst>
          </p:cNvPr>
          <p:cNvSpPr/>
          <p:nvPr/>
        </p:nvSpPr>
        <p:spPr>
          <a:xfrm rot="5400000">
            <a:off x="7886473" y="1563647"/>
            <a:ext cx="637999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4F44F572-9FE1-12BD-4B84-1E228FB71462}"/>
              </a:ext>
            </a:extLst>
          </p:cNvPr>
          <p:cNvSpPr/>
          <p:nvPr/>
        </p:nvSpPr>
        <p:spPr>
          <a:xfrm rot="5400000">
            <a:off x="10425846" y="1563647"/>
            <a:ext cx="637999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E85D0BCC-3996-A0CA-5010-BBCE4157A68F}"/>
              </a:ext>
            </a:extLst>
          </p:cNvPr>
          <p:cNvSpPr/>
          <p:nvPr/>
        </p:nvSpPr>
        <p:spPr>
          <a:xfrm rot="5400000">
            <a:off x="5347099" y="2291300"/>
            <a:ext cx="637998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D10B975D-404D-DFC6-998C-2B658FE3B78B}"/>
              </a:ext>
            </a:extLst>
          </p:cNvPr>
          <p:cNvSpPr/>
          <p:nvPr/>
        </p:nvSpPr>
        <p:spPr>
          <a:xfrm rot="5400000">
            <a:off x="7886473" y="2286509"/>
            <a:ext cx="637999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0A4C3988-E0E4-0957-E1C5-2F1A88E28153}"/>
              </a:ext>
            </a:extLst>
          </p:cNvPr>
          <p:cNvSpPr/>
          <p:nvPr/>
        </p:nvSpPr>
        <p:spPr>
          <a:xfrm rot="5400000">
            <a:off x="10425846" y="2286509"/>
            <a:ext cx="637999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E257DE87-1093-67EF-590C-295543D3EFDD}"/>
              </a:ext>
            </a:extLst>
          </p:cNvPr>
          <p:cNvSpPr/>
          <p:nvPr/>
        </p:nvSpPr>
        <p:spPr>
          <a:xfrm rot="5400000">
            <a:off x="5618921" y="-5634395"/>
            <a:ext cx="954159" cy="12192001"/>
          </a:xfrm>
          <a:prstGeom prst="roundRect">
            <a:avLst>
              <a:gd name="adj" fmla="val 0"/>
            </a:avLst>
          </a:prstGeom>
          <a:gradFill flip="none" rotWithShape="1">
            <a:gsLst>
              <a:gs pos="82400">
                <a:srgbClr val="1D4450"/>
              </a:gs>
              <a:gs pos="0">
                <a:srgbClr val="05313D"/>
              </a:gs>
              <a:gs pos="50000">
                <a:srgbClr val="1E4550"/>
              </a:gs>
              <a:gs pos="100000">
                <a:srgbClr val="0E3844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 descr="Ícone&#10;&#10;Descrição gerada automaticamente">
            <a:extLst>
              <a:ext uri="{FF2B5EF4-FFF2-40B4-BE49-F238E27FC236}">
                <a16:creationId xmlns:a16="http://schemas.microsoft.com/office/drawing/2014/main" id="{7078B5EA-F781-F9DC-587A-4DF9FB2F61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64362" y="236785"/>
            <a:ext cx="431674" cy="431674"/>
          </a:xfrm>
          <a:prstGeom prst="rect">
            <a:avLst/>
          </a:prstGeom>
        </p:spPr>
      </p:pic>
      <p:pic>
        <p:nvPicPr>
          <p:cNvPr id="12" name="Imagem 11" descr="Ícone&#10;&#10;Descrição gerada automaticamente">
            <a:extLst>
              <a:ext uri="{FF2B5EF4-FFF2-40B4-BE49-F238E27FC236}">
                <a16:creationId xmlns:a16="http://schemas.microsoft.com/office/drawing/2014/main" id="{12CE5708-1768-16FD-D6FB-2E075E353E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44" y="227106"/>
            <a:ext cx="431674" cy="431674"/>
          </a:xfrm>
          <a:prstGeom prst="rect">
            <a:avLst/>
          </a:prstGeom>
        </p:spPr>
      </p:pic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5EF2A97-7499-55DF-73A4-4EAC5C761700}"/>
              </a:ext>
            </a:extLst>
          </p:cNvPr>
          <p:cNvSpPr/>
          <p:nvPr/>
        </p:nvSpPr>
        <p:spPr>
          <a:xfrm>
            <a:off x="38444" y="3227888"/>
            <a:ext cx="915845" cy="516923"/>
          </a:xfrm>
          <a:prstGeom prst="roundRect">
            <a:avLst/>
          </a:prstGeom>
          <a:solidFill>
            <a:srgbClr val="506E7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/>
              <a:t>ENTRADA E SAIDA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5CDD3B0E-791A-9A57-728F-800F3887B95B}"/>
              </a:ext>
            </a:extLst>
          </p:cNvPr>
          <p:cNvSpPr/>
          <p:nvPr/>
        </p:nvSpPr>
        <p:spPr>
          <a:xfrm>
            <a:off x="36440" y="1681608"/>
            <a:ext cx="924613" cy="516923"/>
          </a:xfrm>
          <a:prstGeom prst="roundRect">
            <a:avLst/>
          </a:prstGeom>
          <a:solidFill>
            <a:srgbClr val="506E7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/>
              <a:t>UNIFORME FEMININO</a:t>
            </a:r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21243EB6-3AEE-F161-0F9B-FBDB526CE908}"/>
              </a:ext>
            </a:extLst>
          </p:cNvPr>
          <p:cNvSpPr/>
          <p:nvPr/>
        </p:nvSpPr>
        <p:spPr>
          <a:xfrm>
            <a:off x="38444" y="2454748"/>
            <a:ext cx="915845" cy="516923"/>
          </a:xfrm>
          <a:prstGeom prst="roundRect">
            <a:avLst/>
          </a:prstGeom>
          <a:solidFill>
            <a:srgbClr val="A0B0B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rgbClr val="1D4450"/>
                </a:solidFill>
              </a:rPr>
              <a:t>UNIFORME MASCULINO</a:t>
            </a: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1580B2A0-5234-EA46-728B-FBDE3298BB93}"/>
              </a:ext>
            </a:extLst>
          </p:cNvPr>
          <p:cNvSpPr/>
          <p:nvPr/>
        </p:nvSpPr>
        <p:spPr>
          <a:xfrm rot="5400000">
            <a:off x="-177892" y="2412746"/>
            <a:ext cx="5778585" cy="303073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6" name="Imagem 45" descr="Logotipo&#10;&#10;Descrição gerada automaticamente com confiança média">
            <a:extLst>
              <a:ext uri="{FF2B5EF4-FFF2-40B4-BE49-F238E27FC236}">
                <a16:creationId xmlns:a16="http://schemas.microsoft.com/office/drawing/2014/main" id="{35C6528C-3FD0-C271-F037-8D8EE76CA2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50" b="89979" l="8424" r="90367">
                        <a14:foregroundMark x1="24063" y1="12885" x2="8948" y2="60057"/>
                        <a14:foregroundMark x1="8948" y1="60057" x2="40185" y2="63135"/>
                        <a14:foregroundMark x1="40185" y1="63135" x2="50544" y2="60415"/>
                        <a14:foregroundMark x1="50544" y1="60415" x2="80371" y2="63350"/>
                        <a14:foregroundMark x1="80371" y1="63350" x2="87304" y2="62921"/>
                        <a14:foregroundMark x1="87304" y1="62921" x2="87626" y2="48604"/>
                        <a14:foregroundMark x1="87626" y1="48604" x2="90367" y2="38511"/>
                        <a14:foregroundMark x1="90367" y1="38511" x2="47037" y2="37437"/>
                        <a14:foregroundMark x1="47037" y1="37437" x2="43047" y2="49320"/>
                        <a14:foregroundMark x1="43047" y1="49320" x2="36155" y2="44667"/>
                        <a14:foregroundMark x1="36155" y1="44667" x2="34865" y2="32999"/>
                        <a14:foregroundMark x1="34865" y1="32999" x2="24506" y2="12885"/>
                        <a14:foregroundMark x1="15075" y1="69864" x2="24950" y2="75877"/>
                        <a14:foregroundMark x1="24950" y1="75877" x2="48851" y2="77309"/>
                        <a14:foregroundMark x1="48851" y1="77309" x2="55865" y2="77237"/>
                        <a14:foregroundMark x1="55865" y1="77237" x2="74164" y2="77810"/>
                        <a14:foregroundMark x1="74164" y1="77810" x2="84119" y2="76593"/>
                        <a14:foregroundMark x1="84119" y1="76593" x2="71383" y2="68074"/>
                        <a14:foregroundMark x1="71383" y1="68074" x2="17412" y2="67931"/>
                        <a14:foregroundMark x1="17412" y1="67931" x2="14228" y2="69578"/>
                        <a14:foregroundMark x1="9875" y1="88332" x2="30875" y2="87473"/>
                        <a14:foregroundMark x1="30875" y1="87473" x2="57477" y2="90838"/>
                        <a14:foregroundMark x1="57477" y1="90838" x2="91294" y2="88046"/>
                        <a14:foregroundMark x1="91294" y1="88046" x2="85449" y2="80458"/>
                        <a14:foregroundMark x1="85449" y1="80458" x2="8424" y2="82105"/>
                        <a14:foregroundMark x1="8424" y1="82105" x2="10157" y2="8733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933" y="6101943"/>
            <a:ext cx="1123236" cy="632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1423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C1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1AFCA663-52CF-C5F9-7655-DBB2D0272BFB}"/>
              </a:ext>
            </a:extLst>
          </p:cNvPr>
          <p:cNvSpPr/>
          <p:nvPr/>
        </p:nvSpPr>
        <p:spPr>
          <a:xfrm>
            <a:off x="-9332" y="-15474"/>
            <a:ext cx="1048039" cy="6892135"/>
          </a:xfrm>
          <a:prstGeom prst="roundRect">
            <a:avLst>
              <a:gd name="adj" fmla="val 0"/>
            </a:avLst>
          </a:prstGeom>
          <a:solidFill>
            <a:srgbClr val="053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674C38EB-D10B-E297-6A14-715BA5F32EBB}"/>
              </a:ext>
            </a:extLst>
          </p:cNvPr>
          <p:cNvSpPr/>
          <p:nvPr/>
        </p:nvSpPr>
        <p:spPr>
          <a:xfrm rot="5400000">
            <a:off x="5628252" y="-5634395"/>
            <a:ext cx="954159" cy="12192001"/>
          </a:xfrm>
          <a:prstGeom prst="roundRect">
            <a:avLst>
              <a:gd name="adj" fmla="val 0"/>
            </a:avLst>
          </a:prstGeom>
          <a:gradFill flip="none" rotWithShape="1">
            <a:gsLst>
              <a:gs pos="82400">
                <a:srgbClr val="1D4450"/>
              </a:gs>
              <a:gs pos="0">
                <a:srgbClr val="05313D"/>
              </a:gs>
              <a:gs pos="50000">
                <a:srgbClr val="1E4550"/>
              </a:gs>
              <a:gs pos="100000">
                <a:srgbClr val="0E3844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 descr="Ícone&#10;&#10;Descrição gerada automaticamente">
            <a:extLst>
              <a:ext uri="{FF2B5EF4-FFF2-40B4-BE49-F238E27FC236}">
                <a16:creationId xmlns:a16="http://schemas.microsoft.com/office/drawing/2014/main" id="{9870D307-C027-658F-DC9C-5CEEC20B80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64362" y="236785"/>
            <a:ext cx="431674" cy="431674"/>
          </a:xfrm>
          <a:prstGeom prst="rect">
            <a:avLst/>
          </a:prstGeom>
        </p:spPr>
      </p:pic>
      <p:pic>
        <p:nvPicPr>
          <p:cNvPr id="9" name="Imagem 8" descr="Ícone&#10;&#10;Descrição gerada automaticamente">
            <a:extLst>
              <a:ext uri="{FF2B5EF4-FFF2-40B4-BE49-F238E27FC236}">
                <a16:creationId xmlns:a16="http://schemas.microsoft.com/office/drawing/2014/main" id="{5DE4AEE8-5D93-C9F9-1296-C22F5AFEA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44" y="227106"/>
            <a:ext cx="431674" cy="431674"/>
          </a:xfrm>
          <a:prstGeom prst="rect">
            <a:avLst/>
          </a:prstGeom>
        </p:spPr>
      </p:pic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45811E0D-F20E-A3BB-E057-13B335060887}"/>
              </a:ext>
            </a:extLst>
          </p:cNvPr>
          <p:cNvSpPr/>
          <p:nvPr/>
        </p:nvSpPr>
        <p:spPr>
          <a:xfrm>
            <a:off x="38444" y="2454748"/>
            <a:ext cx="915845" cy="516923"/>
          </a:xfrm>
          <a:prstGeom prst="roundRect">
            <a:avLst/>
          </a:prstGeom>
          <a:solidFill>
            <a:srgbClr val="506E7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/>
              <a:t>UNIFORME MASCULINO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612B2812-B67B-0E65-B04B-9C2F701E2436}"/>
              </a:ext>
            </a:extLst>
          </p:cNvPr>
          <p:cNvSpPr/>
          <p:nvPr/>
        </p:nvSpPr>
        <p:spPr>
          <a:xfrm>
            <a:off x="36440" y="1681608"/>
            <a:ext cx="924613" cy="516923"/>
          </a:xfrm>
          <a:prstGeom prst="roundRect">
            <a:avLst/>
          </a:prstGeom>
          <a:solidFill>
            <a:srgbClr val="506E7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/>
              <a:t>UNIFORME FEMININO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109FFEDC-1D96-C07A-ECF3-F7A8E43D9242}"/>
              </a:ext>
            </a:extLst>
          </p:cNvPr>
          <p:cNvSpPr/>
          <p:nvPr/>
        </p:nvSpPr>
        <p:spPr>
          <a:xfrm>
            <a:off x="38444" y="3227888"/>
            <a:ext cx="915845" cy="516923"/>
          </a:xfrm>
          <a:prstGeom prst="roundRect">
            <a:avLst/>
          </a:prstGeom>
          <a:solidFill>
            <a:srgbClr val="A0B0B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rgbClr val="1D4450"/>
                </a:solidFill>
              </a:rPr>
              <a:t>ENTRADA E SAIDA</a:t>
            </a:r>
          </a:p>
        </p:txBody>
      </p:sp>
      <p:pic>
        <p:nvPicPr>
          <p:cNvPr id="14" name="Imagem 13" descr="Logotipo&#10;&#10;Descrição gerada automaticamente com confiança média">
            <a:extLst>
              <a:ext uri="{FF2B5EF4-FFF2-40B4-BE49-F238E27FC236}">
                <a16:creationId xmlns:a16="http://schemas.microsoft.com/office/drawing/2014/main" id="{A826479E-84F6-F924-97F8-D720EB1969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50" b="89979" l="8424" r="90367">
                        <a14:foregroundMark x1="24063" y1="12885" x2="8948" y2="60057"/>
                        <a14:foregroundMark x1="8948" y1="60057" x2="40185" y2="63135"/>
                        <a14:foregroundMark x1="40185" y1="63135" x2="50544" y2="60415"/>
                        <a14:foregroundMark x1="50544" y1="60415" x2="80371" y2="63350"/>
                        <a14:foregroundMark x1="80371" y1="63350" x2="87304" y2="62921"/>
                        <a14:foregroundMark x1="87304" y1="62921" x2="87626" y2="48604"/>
                        <a14:foregroundMark x1="87626" y1="48604" x2="90367" y2="38511"/>
                        <a14:foregroundMark x1="90367" y1="38511" x2="47037" y2="37437"/>
                        <a14:foregroundMark x1="47037" y1="37437" x2="43047" y2="49320"/>
                        <a14:foregroundMark x1="43047" y1="49320" x2="36155" y2="44667"/>
                        <a14:foregroundMark x1="36155" y1="44667" x2="34865" y2="32999"/>
                        <a14:foregroundMark x1="34865" y1="32999" x2="24506" y2="12885"/>
                        <a14:foregroundMark x1="15075" y1="69864" x2="24950" y2="75877"/>
                        <a14:foregroundMark x1="24950" y1="75877" x2="48851" y2="77309"/>
                        <a14:foregroundMark x1="48851" y1="77309" x2="55865" y2="77237"/>
                        <a14:foregroundMark x1="55865" y1="77237" x2="74164" y2="77810"/>
                        <a14:foregroundMark x1="74164" y1="77810" x2="84119" y2="76593"/>
                        <a14:foregroundMark x1="84119" y1="76593" x2="71383" y2="68074"/>
                        <a14:foregroundMark x1="71383" y1="68074" x2="17412" y2="67931"/>
                        <a14:foregroundMark x1="17412" y1="67931" x2="14228" y2="69578"/>
                        <a14:foregroundMark x1="9875" y1="88332" x2="30875" y2="87473"/>
                        <a14:foregroundMark x1="30875" y1="87473" x2="57477" y2="90838"/>
                        <a14:foregroundMark x1="57477" y1="90838" x2="91294" y2="88046"/>
                        <a14:foregroundMark x1="91294" y1="88046" x2="85449" y2="80458"/>
                        <a14:foregroundMark x1="85449" y1="80458" x2="8424" y2="82105"/>
                        <a14:foregroundMark x1="8424" y1="82105" x2="10157" y2="8733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933" y="6101943"/>
            <a:ext cx="1123236" cy="632471"/>
          </a:xfrm>
          <a:prstGeom prst="rect">
            <a:avLst/>
          </a:prstGeom>
        </p:spPr>
      </p:pic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61CD2C2A-1158-6E0A-7D8A-60871019DAF6}"/>
              </a:ext>
            </a:extLst>
          </p:cNvPr>
          <p:cNvSpPr/>
          <p:nvPr/>
        </p:nvSpPr>
        <p:spPr>
          <a:xfrm rot="5400000">
            <a:off x="6785814" y="1599308"/>
            <a:ext cx="2806382" cy="7609823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3AFF67EC-EFA9-6A2F-6B14-4AE7231D778C}"/>
              </a:ext>
            </a:extLst>
          </p:cNvPr>
          <p:cNvSpPr/>
          <p:nvPr/>
        </p:nvSpPr>
        <p:spPr>
          <a:xfrm rot="5400000">
            <a:off x="5347099" y="113540"/>
            <a:ext cx="637997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CDA5F249-6490-A11A-CA71-E0DEA849BD50}"/>
              </a:ext>
            </a:extLst>
          </p:cNvPr>
          <p:cNvSpPr/>
          <p:nvPr/>
        </p:nvSpPr>
        <p:spPr>
          <a:xfrm rot="5400000">
            <a:off x="7886474" y="108748"/>
            <a:ext cx="637998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071E2C30-236B-EC77-7FF1-A8173F807681}"/>
              </a:ext>
            </a:extLst>
          </p:cNvPr>
          <p:cNvSpPr/>
          <p:nvPr/>
        </p:nvSpPr>
        <p:spPr>
          <a:xfrm rot="5400000">
            <a:off x="10425847" y="108748"/>
            <a:ext cx="637998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2870D71A-9AFF-BC1E-BF31-DECEFB4EE6E2}"/>
              </a:ext>
            </a:extLst>
          </p:cNvPr>
          <p:cNvSpPr/>
          <p:nvPr/>
        </p:nvSpPr>
        <p:spPr>
          <a:xfrm rot="5400000">
            <a:off x="5347099" y="845576"/>
            <a:ext cx="637998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82AF57D7-AD22-0B34-1BE2-7FFDB3F1DBA4}"/>
              </a:ext>
            </a:extLst>
          </p:cNvPr>
          <p:cNvSpPr/>
          <p:nvPr/>
        </p:nvSpPr>
        <p:spPr>
          <a:xfrm rot="5400000">
            <a:off x="7886473" y="840785"/>
            <a:ext cx="637999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69EDA327-3AA0-D6ED-2B4A-B66FB04E30BB}"/>
              </a:ext>
            </a:extLst>
          </p:cNvPr>
          <p:cNvSpPr/>
          <p:nvPr/>
        </p:nvSpPr>
        <p:spPr>
          <a:xfrm rot="5400000">
            <a:off x="10425846" y="840785"/>
            <a:ext cx="637999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9F83CD22-4619-D477-2432-29CFF54C012B}"/>
              </a:ext>
            </a:extLst>
          </p:cNvPr>
          <p:cNvSpPr/>
          <p:nvPr/>
        </p:nvSpPr>
        <p:spPr>
          <a:xfrm rot="5400000">
            <a:off x="5347099" y="1568438"/>
            <a:ext cx="637998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97AFFC7F-F63F-5661-F514-BD971174B496}"/>
              </a:ext>
            </a:extLst>
          </p:cNvPr>
          <p:cNvSpPr/>
          <p:nvPr/>
        </p:nvSpPr>
        <p:spPr>
          <a:xfrm rot="5400000">
            <a:off x="7886473" y="1563647"/>
            <a:ext cx="637999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813C8921-1BE7-F57D-F1BE-4239386DBF16}"/>
              </a:ext>
            </a:extLst>
          </p:cNvPr>
          <p:cNvSpPr/>
          <p:nvPr/>
        </p:nvSpPr>
        <p:spPr>
          <a:xfrm rot="5400000">
            <a:off x="10425846" y="1563647"/>
            <a:ext cx="637999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CB9E71B1-A890-6E08-C555-5595477EF2A1}"/>
              </a:ext>
            </a:extLst>
          </p:cNvPr>
          <p:cNvSpPr/>
          <p:nvPr/>
        </p:nvSpPr>
        <p:spPr>
          <a:xfrm rot="5400000">
            <a:off x="5347099" y="2291300"/>
            <a:ext cx="637998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433D2625-6123-2237-6815-214DED70C84F}"/>
              </a:ext>
            </a:extLst>
          </p:cNvPr>
          <p:cNvSpPr/>
          <p:nvPr/>
        </p:nvSpPr>
        <p:spPr>
          <a:xfrm rot="5400000">
            <a:off x="7886473" y="2286509"/>
            <a:ext cx="637999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8A7378A8-5AA8-634F-8CED-01AE342C969E}"/>
              </a:ext>
            </a:extLst>
          </p:cNvPr>
          <p:cNvSpPr/>
          <p:nvPr/>
        </p:nvSpPr>
        <p:spPr>
          <a:xfrm rot="5400000">
            <a:off x="10425846" y="2286509"/>
            <a:ext cx="637999" cy="249814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0154BCE2-84A5-032A-3044-E4A04EB5D51A}"/>
              </a:ext>
            </a:extLst>
          </p:cNvPr>
          <p:cNvSpPr/>
          <p:nvPr/>
        </p:nvSpPr>
        <p:spPr>
          <a:xfrm rot="5400000">
            <a:off x="-177892" y="2412746"/>
            <a:ext cx="5778585" cy="3030732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5282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C1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AC297184-0640-A610-B186-D7F476164243}"/>
              </a:ext>
            </a:extLst>
          </p:cNvPr>
          <p:cNvSpPr/>
          <p:nvPr/>
        </p:nvSpPr>
        <p:spPr>
          <a:xfrm>
            <a:off x="-9332" y="-15474"/>
            <a:ext cx="1048039" cy="6892135"/>
          </a:xfrm>
          <a:prstGeom prst="roundRect">
            <a:avLst>
              <a:gd name="adj" fmla="val 0"/>
            </a:avLst>
          </a:prstGeom>
          <a:solidFill>
            <a:srgbClr val="053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C2ECCBE9-C069-DBB7-1E77-A1239D4D77B9}"/>
              </a:ext>
            </a:extLst>
          </p:cNvPr>
          <p:cNvSpPr/>
          <p:nvPr/>
        </p:nvSpPr>
        <p:spPr>
          <a:xfrm rot="5400000">
            <a:off x="5628252" y="-5634395"/>
            <a:ext cx="954159" cy="12192001"/>
          </a:xfrm>
          <a:prstGeom prst="roundRect">
            <a:avLst>
              <a:gd name="adj" fmla="val 0"/>
            </a:avLst>
          </a:prstGeom>
          <a:gradFill flip="none" rotWithShape="1">
            <a:gsLst>
              <a:gs pos="82400">
                <a:srgbClr val="1D4450"/>
              </a:gs>
              <a:gs pos="0">
                <a:srgbClr val="05313D"/>
              </a:gs>
              <a:gs pos="50000">
                <a:srgbClr val="1E4550"/>
              </a:gs>
              <a:gs pos="100000">
                <a:srgbClr val="0E3844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 descr="Ícone&#10;&#10;Descrição gerada automaticamente">
            <a:extLst>
              <a:ext uri="{FF2B5EF4-FFF2-40B4-BE49-F238E27FC236}">
                <a16:creationId xmlns:a16="http://schemas.microsoft.com/office/drawing/2014/main" id="{3A3285A4-0046-54FB-BCB7-21ED5F3F40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64362" y="236785"/>
            <a:ext cx="431674" cy="431674"/>
          </a:xfrm>
          <a:prstGeom prst="rect">
            <a:avLst/>
          </a:prstGeom>
        </p:spPr>
      </p:pic>
      <p:pic>
        <p:nvPicPr>
          <p:cNvPr id="9" name="Imagem 8" descr="Ícone&#10;&#10;Descrição gerada automaticamente">
            <a:extLst>
              <a:ext uri="{FF2B5EF4-FFF2-40B4-BE49-F238E27FC236}">
                <a16:creationId xmlns:a16="http://schemas.microsoft.com/office/drawing/2014/main" id="{15843C51-7453-CE52-F1FF-43B049A134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44" y="227106"/>
            <a:ext cx="431674" cy="431674"/>
          </a:xfrm>
          <a:prstGeom prst="rect">
            <a:avLst/>
          </a:prstGeom>
        </p:spPr>
      </p:pic>
      <p:pic>
        <p:nvPicPr>
          <p:cNvPr id="12" name="Imagem 11" descr="Logotipo&#10;&#10;Descrição gerada automaticamente com confiança média">
            <a:extLst>
              <a:ext uri="{FF2B5EF4-FFF2-40B4-BE49-F238E27FC236}">
                <a16:creationId xmlns:a16="http://schemas.microsoft.com/office/drawing/2014/main" id="{1D1558A4-FC2D-497B-92D5-AA69E20BF6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50" b="89979" l="8424" r="90367">
                        <a14:foregroundMark x1="24063" y1="12885" x2="8948" y2="60057"/>
                        <a14:foregroundMark x1="8948" y1="60057" x2="40185" y2="63135"/>
                        <a14:foregroundMark x1="40185" y1="63135" x2="50544" y2="60415"/>
                        <a14:foregroundMark x1="50544" y1="60415" x2="80371" y2="63350"/>
                        <a14:foregroundMark x1="80371" y1="63350" x2="87304" y2="62921"/>
                        <a14:foregroundMark x1="87304" y1="62921" x2="87626" y2="48604"/>
                        <a14:foregroundMark x1="87626" y1="48604" x2="90367" y2="38511"/>
                        <a14:foregroundMark x1="90367" y1="38511" x2="47037" y2="37437"/>
                        <a14:foregroundMark x1="47037" y1="37437" x2="43047" y2="49320"/>
                        <a14:foregroundMark x1="43047" y1="49320" x2="36155" y2="44667"/>
                        <a14:foregroundMark x1="36155" y1="44667" x2="34865" y2="32999"/>
                        <a14:foregroundMark x1="34865" y1="32999" x2="24506" y2="12885"/>
                        <a14:foregroundMark x1="15075" y1="69864" x2="24950" y2="75877"/>
                        <a14:foregroundMark x1="24950" y1="75877" x2="48851" y2="77309"/>
                        <a14:foregroundMark x1="48851" y1="77309" x2="55865" y2="77237"/>
                        <a14:foregroundMark x1="55865" y1="77237" x2="74164" y2="77810"/>
                        <a14:foregroundMark x1="74164" y1="77810" x2="84119" y2="76593"/>
                        <a14:foregroundMark x1="84119" y1="76593" x2="71383" y2="68074"/>
                        <a14:foregroundMark x1="71383" y1="68074" x2="17412" y2="67931"/>
                        <a14:foregroundMark x1="17412" y1="67931" x2="14228" y2="69578"/>
                        <a14:foregroundMark x1="9875" y1="88332" x2="30875" y2="87473"/>
                        <a14:foregroundMark x1="30875" y1="87473" x2="57477" y2="90838"/>
                        <a14:foregroundMark x1="57477" y1="90838" x2="91294" y2="88046"/>
                        <a14:foregroundMark x1="91294" y1="88046" x2="85449" y2="80458"/>
                        <a14:foregroundMark x1="85449" y1="80458" x2="8424" y2="82105"/>
                        <a14:foregroundMark x1="8424" y1="82105" x2="10157" y2="8733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933" y="6101943"/>
            <a:ext cx="1123236" cy="632471"/>
          </a:xfrm>
          <a:prstGeom prst="rect">
            <a:avLst/>
          </a:prstGeom>
        </p:spPr>
      </p:pic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8F72B70F-8DB0-8F22-2306-FB8FE0B65A93}"/>
              </a:ext>
            </a:extLst>
          </p:cNvPr>
          <p:cNvSpPr/>
          <p:nvPr/>
        </p:nvSpPr>
        <p:spPr>
          <a:xfrm rot="5400000">
            <a:off x="2735965" y="2386177"/>
            <a:ext cx="2813414" cy="6058621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E4D0DE92-33C2-6ED9-5488-53E40319C337}"/>
              </a:ext>
            </a:extLst>
          </p:cNvPr>
          <p:cNvSpPr/>
          <p:nvPr/>
        </p:nvSpPr>
        <p:spPr>
          <a:xfrm rot="5400000">
            <a:off x="5226459" y="-3062858"/>
            <a:ext cx="2813414" cy="11039606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B09829CC-985F-4A81-F694-A3FF677AB24A}"/>
              </a:ext>
            </a:extLst>
          </p:cNvPr>
          <p:cNvSpPr/>
          <p:nvPr/>
        </p:nvSpPr>
        <p:spPr>
          <a:xfrm rot="5400000">
            <a:off x="8321868" y="2991093"/>
            <a:ext cx="2813414" cy="4848787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95AA8C45-7610-4580-43A7-3290F85E18E6}"/>
              </a:ext>
            </a:extLst>
          </p:cNvPr>
          <p:cNvSpPr/>
          <p:nvPr/>
        </p:nvSpPr>
        <p:spPr>
          <a:xfrm>
            <a:off x="4472727" y="89452"/>
            <a:ext cx="3246540" cy="775255"/>
          </a:xfrm>
          <a:prstGeom prst="roundRect">
            <a:avLst/>
          </a:prstGeom>
          <a:gradFill flip="none" rotWithShape="1">
            <a:gsLst>
              <a:gs pos="0">
                <a:srgbClr val="506E77">
                  <a:shade val="30000"/>
                  <a:satMod val="115000"/>
                </a:srgbClr>
              </a:gs>
              <a:gs pos="50000">
                <a:srgbClr val="506E77">
                  <a:shade val="67500"/>
                  <a:satMod val="115000"/>
                </a:srgbClr>
              </a:gs>
              <a:gs pos="100000">
                <a:srgbClr val="506E77">
                  <a:shade val="100000"/>
                  <a:satMod val="115000"/>
                </a:srgbClr>
              </a:gs>
            </a:gsLst>
            <a:lin ang="8100000" scaled="1"/>
            <a:tileRect/>
          </a:gra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49900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EF74A-2D0D-12FD-DD55-FA2CB662D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261BDE27-2028-1D9C-7C81-A89262D39ADE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CB7E09A-6CD7-755F-1D52-81681F839B2B}"/>
              </a:ext>
            </a:extLst>
          </p:cNvPr>
          <p:cNvSpPr/>
          <p:nvPr/>
        </p:nvSpPr>
        <p:spPr>
          <a:xfrm>
            <a:off x="0" y="0"/>
            <a:ext cx="1371758" cy="6858000"/>
          </a:xfrm>
          <a:prstGeom prst="roundRect">
            <a:avLst>
              <a:gd name="adj" fmla="val 0"/>
            </a:avLst>
          </a:prstGeom>
          <a:solidFill>
            <a:srgbClr val="053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DBC027A2-9747-1245-A19A-F0BF3BA9CD10}"/>
              </a:ext>
            </a:extLst>
          </p:cNvPr>
          <p:cNvSpPr/>
          <p:nvPr/>
        </p:nvSpPr>
        <p:spPr>
          <a:xfrm rot="5400000">
            <a:off x="5618918" y="-5618920"/>
            <a:ext cx="954159" cy="12192001"/>
          </a:xfrm>
          <a:prstGeom prst="roundRect">
            <a:avLst>
              <a:gd name="adj" fmla="val 0"/>
            </a:avLst>
          </a:prstGeom>
          <a:solidFill>
            <a:srgbClr val="053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513CFDE-9B2E-AC18-3AE3-599FEB454FD7}"/>
              </a:ext>
            </a:extLst>
          </p:cNvPr>
          <p:cNvSpPr/>
          <p:nvPr/>
        </p:nvSpPr>
        <p:spPr>
          <a:xfrm rot="5400000">
            <a:off x="85922" y="2411226"/>
            <a:ext cx="5778585" cy="3033771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897D06B-4868-3CEC-D561-784A0554C1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50" b="89979" l="8424" r="90367">
                        <a14:foregroundMark x1="24063" y1="12885" x2="8948" y2="60057"/>
                        <a14:foregroundMark x1="8948" y1="60057" x2="40185" y2="63135"/>
                        <a14:foregroundMark x1="40185" y1="63135" x2="50544" y2="60415"/>
                        <a14:foregroundMark x1="50544" y1="60415" x2="80371" y2="63350"/>
                        <a14:foregroundMark x1="80371" y1="63350" x2="87304" y2="62921"/>
                        <a14:foregroundMark x1="87304" y1="62921" x2="87626" y2="48604"/>
                        <a14:foregroundMark x1="87626" y1="48604" x2="90367" y2="38511"/>
                        <a14:foregroundMark x1="90367" y1="38511" x2="47037" y2="37437"/>
                        <a14:foregroundMark x1="47037" y1="37437" x2="43047" y2="49320"/>
                        <a14:foregroundMark x1="43047" y1="49320" x2="36155" y2="44667"/>
                        <a14:foregroundMark x1="36155" y1="44667" x2="34865" y2="32999"/>
                        <a14:foregroundMark x1="34865" y1="32999" x2="24506" y2="12885"/>
                        <a14:foregroundMark x1="15075" y1="69864" x2="24950" y2="75877"/>
                        <a14:foregroundMark x1="24950" y1="75877" x2="48851" y2="77309"/>
                        <a14:foregroundMark x1="48851" y1="77309" x2="55865" y2="77237"/>
                        <a14:foregroundMark x1="55865" y1="77237" x2="74164" y2="77810"/>
                        <a14:foregroundMark x1="74164" y1="77810" x2="84119" y2="76593"/>
                        <a14:foregroundMark x1="84119" y1="76593" x2="71383" y2="68074"/>
                        <a14:foregroundMark x1="71383" y1="68074" x2="17412" y2="67931"/>
                        <a14:foregroundMark x1="17412" y1="67931" x2="14228" y2="69578"/>
                        <a14:foregroundMark x1="9875" y1="88332" x2="30875" y2="87473"/>
                        <a14:foregroundMark x1="30875" y1="87473" x2="57477" y2="90838"/>
                        <a14:foregroundMark x1="57477" y1="90838" x2="91294" y2="88046"/>
                        <a14:foregroundMark x1="91294" y1="88046" x2="85449" y2="80458"/>
                        <a14:foregroundMark x1="85449" y1="80458" x2="8424" y2="82105"/>
                        <a14:foregroundMark x1="8424" y1="82105" x2="10157" y2="8733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3" y="50178"/>
            <a:ext cx="1440216" cy="810956"/>
          </a:xfrm>
          <a:prstGeom prst="rect">
            <a:avLst/>
          </a:prstGeom>
        </p:spPr>
      </p:pic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556F3228-164F-A4B1-F1D3-9C300D930212}"/>
              </a:ext>
            </a:extLst>
          </p:cNvPr>
          <p:cNvSpPr/>
          <p:nvPr/>
        </p:nvSpPr>
        <p:spPr>
          <a:xfrm>
            <a:off x="38444" y="2454748"/>
            <a:ext cx="1250040" cy="516923"/>
          </a:xfrm>
          <a:prstGeom prst="roundRect">
            <a:avLst/>
          </a:prstGeom>
          <a:solidFill>
            <a:srgbClr val="506E7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LEVANTAMENTO REGIONAIS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C814B00E-2A2F-5200-6D09-AB0DC69C6830}"/>
              </a:ext>
            </a:extLst>
          </p:cNvPr>
          <p:cNvSpPr/>
          <p:nvPr/>
        </p:nvSpPr>
        <p:spPr>
          <a:xfrm>
            <a:off x="38444" y="3227888"/>
            <a:ext cx="1250039" cy="516923"/>
          </a:xfrm>
          <a:prstGeom prst="roundRect">
            <a:avLst/>
          </a:prstGeom>
          <a:solidFill>
            <a:srgbClr val="506E7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UNIDADES SUDEG - BRASÍLIA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3C51B372-2963-D12E-8F8C-C364974C8BCB}"/>
              </a:ext>
            </a:extLst>
          </p:cNvPr>
          <p:cNvSpPr/>
          <p:nvPr/>
        </p:nvSpPr>
        <p:spPr>
          <a:xfrm>
            <a:off x="38444" y="4001028"/>
            <a:ext cx="1250039" cy="516923"/>
          </a:xfrm>
          <a:prstGeom prst="roundRect">
            <a:avLst/>
          </a:prstGeom>
          <a:solidFill>
            <a:srgbClr val="506E7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UNIDADE SUDEG - REGIONAIS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C2D346EA-7559-2D20-52A5-DE50EAE71772}"/>
              </a:ext>
            </a:extLst>
          </p:cNvPr>
          <p:cNvSpPr/>
          <p:nvPr/>
        </p:nvSpPr>
        <p:spPr>
          <a:xfrm>
            <a:off x="36073" y="4774168"/>
            <a:ext cx="1250038" cy="516923"/>
          </a:xfrm>
          <a:prstGeom prst="roundRect">
            <a:avLst/>
          </a:prstGeom>
          <a:solidFill>
            <a:srgbClr val="506E7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/>
              <a:t>UNIDADE ANTT - BRASÍLIA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74E229DD-52A3-4D38-7E9A-DC8DCF61AC11}"/>
              </a:ext>
            </a:extLst>
          </p:cNvPr>
          <p:cNvSpPr/>
          <p:nvPr/>
        </p:nvSpPr>
        <p:spPr>
          <a:xfrm>
            <a:off x="36440" y="1681608"/>
            <a:ext cx="1262007" cy="516923"/>
          </a:xfrm>
          <a:prstGeom prst="roundRect">
            <a:avLst/>
          </a:prstGeom>
          <a:solidFill>
            <a:srgbClr val="DDDDD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tx1"/>
                </a:solidFill>
              </a:rPr>
              <a:t>LEVANTAMENTO ANTT - BRASIL 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95A15B6C-3543-E293-8144-53ABCAEFFDE7}"/>
              </a:ext>
            </a:extLst>
          </p:cNvPr>
          <p:cNvSpPr/>
          <p:nvPr/>
        </p:nvSpPr>
        <p:spPr>
          <a:xfrm rot="5400000">
            <a:off x="6944865" y="1599307"/>
            <a:ext cx="2806382" cy="7609823"/>
          </a:xfrm>
          <a:prstGeom prst="roundRect">
            <a:avLst/>
          </a:prstGeom>
          <a:gradFill flip="none" rotWithShape="0">
            <a:gsLst>
              <a:gs pos="29000">
                <a:srgbClr val="05313D"/>
              </a:gs>
              <a:gs pos="52000">
                <a:srgbClr val="123B47"/>
              </a:gs>
              <a:gs pos="70000">
                <a:srgbClr val="1E4550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D4A8FDC0-ACDE-B413-C72F-A6699FC95190}"/>
              </a:ext>
            </a:extLst>
          </p:cNvPr>
          <p:cNvSpPr/>
          <p:nvPr/>
        </p:nvSpPr>
        <p:spPr>
          <a:xfrm rot="5400000">
            <a:off x="5075437" y="544253"/>
            <a:ext cx="637997" cy="1636715"/>
          </a:xfrm>
          <a:prstGeom prst="roundRect">
            <a:avLst/>
          </a:prstGeom>
          <a:solidFill>
            <a:srgbClr val="4162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F5E4037A-7815-0D80-5280-6AB1F20ECD01}"/>
              </a:ext>
            </a:extLst>
          </p:cNvPr>
          <p:cNvSpPr/>
          <p:nvPr/>
        </p:nvSpPr>
        <p:spPr>
          <a:xfrm rot="5400000">
            <a:off x="7064375" y="551189"/>
            <a:ext cx="637997" cy="1636715"/>
          </a:xfrm>
          <a:prstGeom prst="roundRect">
            <a:avLst/>
          </a:prstGeom>
          <a:solidFill>
            <a:srgbClr val="4162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750C4EBB-9D68-03B0-C38D-D2ED187B70D6}"/>
              </a:ext>
            </a:extLst>
          </p:cNvPr>
          <p:cNvSpPr/>
          <p:nvPr/>
        </p:nvSpPr>
        <p:spPr>
          <a:xfrm rot="5400000">
            <a:off x="9053313" y="551188"/>
            <a:ext cx="637997" cy="1636715"/>
          </a:xfrm>
          <a:prstGeom prst="roundRect">
            <a:avLst/>
          </a:prstGeom>
          <a:solidFill>
            <a:srgbClr val="4162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E4291A31-82E2-7BDA-C423-8D451CB07F13}"/>
              </a:ext>
            </a:extLst>
          </p:cNvPr>
          <p:cNvSpPr/>
          <p:nvPr/>
        </p:nvSpPr>
        <p:spPr>
          <a:xfrm rot="5400000">
            <a:off x="11015612" y="546546"/>
            <a:ext cx="637997" cy="1636715"/>
          </a:xfrm>
          <a:prstGeom prst="roundRect">
            <a:avLst/>
          </a:prstGeom>
          <a:solidFill>
            <a:srgbClr val="4162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6A870E31-23D6-6FA7-E618-A3A319800A14}"/>
              </a:ext>
            </a:extLst>
          </p:cNvPr>
          <p:cNvSpPr/>
          <p:nvPr/>
        </p:nvSpPr>
        <p:spPr>
          <a:xfrm rot="5400000">
            <a:off x="5075437" y="1329314"/>
            <a:ext cx="637997" cy="1636715"/>
          </a:xfrm>
          <a:prstGeom prst="roundRect">
            <a:avLst/>
          </a:prstGeom>
          <a:solidFill>
            <a:srgbClr val="344E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4BA784E8-B5AE-20E3-A5A3-B042C626412E}"/>
              </a:ext>
            </a:extLst>
          </p:cNvPr>
          <p:cNvSpPr/>
          <p:nvPr/>
        </p:nvSpPr>
        <p:spPr>
          <a:xfrm rot="5400000">
            <a:off x="7064375" y="1295511"/>
            <a:ext cx="637997" cy="1636715"/>
          </a:xfrm>
          <a:prstGeom prst="roundRect">
            <a:avLst/>
          </a:prstGeom>
          <a:solidFill>
            <a:srgbClr val="344E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27806FC0-4511-6540-464F-F7E1E1870BF2}"/>
              </a:ext>
            </a:extLst>
          </p:cNvPr>
          <p:cNvSpPr/>
          <p:nvPr/>
        </p:nvSpPr>
        <p:spPr>
          <a:xfrm rot="5400000">
            <a:off x="9053313" y="1295510"/>
            <a:ext cx="637997" cy="1636715"/>
          </a:xfrm>
          <a:prstGeom prst="roundRect">
            <a:avLst/>
          </a:prstGeom>
          <a:solidFill>
            <a:srgbClr val="344E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EEAC6BAA-2831-6521-EEEC-64DDE47DAD2B}"/>
              </a:ext>
            </a:extLst>
          </p:cNvPr>
          <p:cNvSpPr/>
          <p:nvPr/>
        </p:nvSpPr>
        <p:spPr>
          <a:xfrm rot="5400000">
            <a:off x="11015612" y="1290868"/>
            <a:ext cx="637997" cy="1636715"/>
          </a:xfrm>
          <a:prstGeom prst="roundRect">
            <a:avLst/>
          </a:prstGeom>
          <a:solidFill>
            <a:srgbClr val="344E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DEC65FD1-D35E-7DB4-328A-7BAB7A7A24B0}"/>
              </a:ext>
            </a:extLst>
          </p:cNvPr>
          <p:cNvSpPr/>
          <p:nvPr/>
        </p:nvSpPr>
        <p:spPr>
          <a:xfrm rot="5400000">
            <a:off x="5075437" y="2029897"/>
            <a:ext cx="637997" cy="1636715"/>
          </a:xfrm>
          <a:prstGeom prst="roundRect">
            <a:avLst/>
          </a:prstGeom>
          <a:solidFill>
            <a:srgbClr val="273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9FD40D65-B00E-5781-8901-23E0291FB812}"/>
              </a:ext>
            </a:extLst>
          </p:cNvPr>
          <p:cNvSpPr/>
          <p:nvPr/>
        </p:nvSpPr>
        <p:spPr>
          <a:xfrm rot="5400000">
            <a:off x="7064375" y="2036833"/>
            <a:ext cx="637997" cy="1636715"/>
          </a:xfrm>
          <a:prstGeom prst="roundRect">
            <a:avLst/>
          </a:prstGeom>
          <a:solidFill>
            <a:srgbClr val="273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65C7E914-840A-0911-5964-3CC21AA69B29}"/>
              </a:ext>
            </a:extLst>
          </p:cNvPr>
          <p:cNvSpPr/>
          <p:nvPr/>
        </p:nvSpPr>
        <p:spPr>
          <a:xfrm rot="5400000">
            <a:off x="9053313" y="2036832"/>
            <a:ext cx="637997" cy="1636715"/>
          </a:xfrm>
          <a:prstGeom prst="roundRect">
            <a:avLst/>
          </a:prstGeom>
          <a:solidFill>
            <a:srgbClr val="273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AD245069-82DB-90D4-6CCB-FBB4C3A7346E}"/>
              </a:ext>
            </a:extLst>
          </p:cNvPr>
          <p:cNvSpPr/>
          <p:nvPr/>
        </p:nvSpPr>
        <p:spPr>
          <a:xfrm rot="5400000">
            <a:off x="11015612" y="2032190"/>
            <a:ext cx="637997" cy="1636715"/>
          </a:xfrm>
          <a:prstGeom prst="roundRect">
            <a:avLst/>
          </a:prstGeom>
          <a:solidFill>
            <a:srgbClr val="273A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1177153C-6EC4-332F-0941-E1AF3C610D68}"/>
              </a:ext>
            </a:extLst>
          </p:cNvPr>
          <p:cNvSpPr/>
          <p:nvPr/>
        </p:nvSpPr>
        <p:spPr>
          <a:xfrm rot="5400000">
            <a:off x="5075437" y="2774219"/>
            <a:ext cx="637997" cy="1636715"/>
          </a:xfrm>
          <a:prstGeom prst="roundRect">
            <a:avLst/>
          </a:prstGeom>
          <a:solidFill>
            <a:srgbClr val="1A2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B2023EC4-EA7A-4664-7150-472B2E258E45}"/>
              </a:ext>
            </a:extLst>
          </p:cNvPr>
          <p:cNvSpPr/>
          <p:nvPr/>
        </p:nvSpPr>
        <p:spPr>
          <a:xfrm rot="5400000">
            <a:off x="7064375" y="2781155"/>
            <a:ext cx="637997" cy="1636715"/>
          </a:xfrm>
          <a:prstGeom prst="roundRect">
            <a:avLst/>
          </a:prstGeom>
          <a:solidFill>
            <a:srgbClr val="1A2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B1DC6471-4189-4D46-5919-34CD9E930F8C}"/>
              </a:ext>
            </a:extLst>
          </p:cNvPr>
          <p:cNvSpPr/>
          <p:nvPr/>
        </p:nvSpPr>
        <p:spPr>
          <a:xfrm rot="5400000">
            <a:off x="9053313" y="2781154"/>
            <a:ext cx="637997" cy="1636715"/>
          </a:xfrm>
          <a:prstGeom prst="roundRect">
            <a:avLst/>
          </a:prstGeom>
          <a:solidFill>
            <a:srgbClr val="1A2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91F07243-CAB3-68E4-A60D-4424163133DB}"/>
              </a:ext>
            </a:extLst>
          </p:cNvPr>
          <p:cNvSpPr/>
          <p:nvPr/>
        </p:nvSpPr>
        <p:spPr>
          <a:xfrm rot="5400000">
            <a:off x="11015612" y="2776512"/>
            <a:ext cx="637997" cy="1636715"/>
          </a:xfrm>
          <a:prstGeom prst="roundRect">
            <a:avLst/>
          </a:prstGeom>
          <a:solidFill>
            <a:srgbClr val="1A27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59502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19608</TotalTime>
  <Words>133</Words>
  <Application>Microsoft Office PowerPoint</Application>
  <PresentationFormat>Widescreen</PresentationFormat>
  <Paragraphs>56</Paragraphs>
  <Slides>23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Orbitron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Pedro Henrique Souza Cavalcante</dc:creator>
  <cp:lastModifiedBy>Micael da Costa do Amaral</cp:lastModifiedBy>
  <cp:revision>17</cp:revision>
  <dcterms:created xsi:type="dcterms:W3CDTF">2024-02-19T11:19:14Z</dcterms:created>
  <dcterms:modified xsi:type="dcterms:W3CDTF">2025-06-09T18:24:30Z</dcterms:modified>
</cp:coreProperties>
</file>